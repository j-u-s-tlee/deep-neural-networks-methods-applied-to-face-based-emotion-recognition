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 id="214748369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y="6858000" cx="12192000"/>
  <p:notesSz cx="6858000" cy="9144000"/>
  <p:embeddedFontLst>
    <p:embeddedFont>
      <p:font typeface="Play"/>
      <p:regular r:id="rId29"/>
      <p:bold r:id="rId30"/>
    </p:embeddedFont>
    <p:embeddedFont>
      <p:font typeface="Vidaloka"/>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DA3B05-EA2C-45DD-8325-B292E7C7C2BA}">
  <a:tblStyle styleId="{5BDA3B05-EA2C-45DD-8325-B292E7C7C2B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lay-regular.fntdata"/><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font" Target="fonts/Vidaloka-regular.fntdata"/><Relationship Id="rId30" Type="http://schemas.openxmlformats.org/officeDocument/2006/relationships/font" Target="fonts/Play-bold.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6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760" y="0"/>
            <a:ext cx="2971800" cy="4586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360"/>
            <a:ext cx="2971800" cy="45864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1: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Boa tarde. Vou apresentar o meu projeto Deep Neural Networks Methods applied to Face-based Emotion Recognition.</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431" name="Google Shape;431;p1: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2: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Esta apresentação será dividida em introdução e objetivos, metodologia, resultados e discussão e conclusão. </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443" name="Google Shape;443;p2: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3: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As emoções fazem parte do nosso dia-a-dia, influenciando as nossas decisões, comportamentos e interações uns com os outros. Estudos sobre as mesmas tem sido feitos ao longo dos anos e estas podem ser representadas num modelo discreto e num modelo de representação dimensional. No modelo discreto constam as 6 emoções base definidas por Paul Ekman e Wallace Friesen em 1972. Estas poderão ser expressas em diversos componentes como a fala e expressão corporal, mas a que mais se destaca é a expressão facial. Esta serve como comunicador social e tem um papel muito importante na comunicação não verbal.</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458" name="Google Shape;458;p3: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4: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Surgiram novas abordagens para a tarefa de face-based emotion recognition que consistem na aplicação de métodos de deep learning. Estes partem de uma rede neural de várias camadas com o objetivo de simular a capacidade do cérebro humano de tomar decisões através de inputs, pesos e biases. O objetivo é reconhecer padrões e as relações entre caraterísticas do input e classificá-lo. Atendendo à classificação correta, os pesos vão sendo ajustados para que, após várias iterações, a avaliação final corresponda à real. </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480" name="Google Shape;480;p4: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5: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Esta conjugação de deep learning e face-based emotion recognition engloba várias aplicações, desde a área da saúde, no transtorno do espectro do autismo e interações mãe-bebé, como na cognição social, na redução da taxa de suicídio, na deteção de crime e ainda em detetores de mentiras.</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488" name="Google Shape;488;p5: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6: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6: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Para tal, este trabalho teve como objetivos avaliar a possibilidade de a face ser representada por landmarks para o reconhecimento de emoções, que são pequenos pontos associados a regiões específicas dos componentes da face, como alguns traços faciais influenciam o reconhecimento de uma expressão facial e ainda como é que o tema se enquadra nos Objetivos de Desenvolvimento Sustentável das Nações Unidas</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496" name="Google Shape;496;p6: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7: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7: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O esquema geral da metodologia encontra-se aqui apresentado. Consiste em utilizar imagens de um dataset, o FER+, e treinar um modelo, ResNet-18, avaliando a sua performance. Posteriormente, determinam-se as landmarks das imagens do dataset, através do MediaPipe Solutions, que são utilizadas como input do modelo, sendo a sua performance avaliada e comparada com os resultados do treino com as imagens originais do dataset.</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504" name="Google Shape;504;p7: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8: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8: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O dataset FER+ é composto por imagens classificadas por 10 anotadores relativamente às 7 emoções básicas descritas previamente com a adição das labels Neutral, Unknown e NF de not found. Sendo assim, tornou-se necessário escolher uma forma de atribuir a cada imagem uma única label. Para tal, utilizou-se o método de majority voting onde a label mais votada será a final.</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529" name="Google Shape;529;p8: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9: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9: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Na determinação das landmarks, um primeiro passo consiste na deteção de uma face na imagem. Caso esta instância se verifique, era criado um modelo 3D da face, uma face mesh, onde estariam as 468 landmarks determinadas pelo MediaPipe e estas serão posteriormente desenhadas em imagens completamente pretas. Com o intuito de cumprir os objetivos propostos, foram criados 4 “datasets” que continham imagens com as 468 landmarks a representar a face, um com apenas as landmarks dos olhos, sobrancelhas, nariz e boca, um com apenas as landmarks dos olhos e um com as landmarks da boca. </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543" name="Google Shape;543;p9: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0: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10: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Cada um destes “datasets” serviu como input do modelo de deep learning, o ResNet-18, que tem como output uma classificação para cada imagem. Com as classificações para todas as imagens foi possível determinar a accuracy e balanced accuracy, sendo que esta tem em conta o desequilíbrio da distribuição de classes do dataset, isto para as fases de treino, de validação e, por fim, de teste.</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565" name="Google Shape;565;p10: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1: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11: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Passando para a análise dos resultados, inicialmente fez-se a análise da distribuição de classes do dataset. Existe claramente uma diferença entre a quantidade de imagens por classe. Este desequilíbrio poderá influenciar os resultados da performance do modelo, favorecendo os labels com um maior número de amostras.</a:t>
            </a:r>
            <a:endParaRPr b="0" sz="1800" strike="noStrike">
              <a:latin typeface="Arial"/>
              <a:ea typeface="Arial"/>
              <a:cs typeface="Arial"/>
              <a:sym typeface="Arial"/>
            </a:endParaRPr>
          </a:p>
        </p:txBody>
      </p:sp>
      <p:sp>
        <p:nvSpPr>
          <p:cNvPr id="591" name="Google Shape;591;p11: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2: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12: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Relativamente às fases de treino e validação com as imagens originais do dataset, foram atingidos valores perto dos 100% de accuracy e balanced accuracy para a fase de treino e 80% e ali os 70% para a fase de validação.</a:t>
            </a:r>
            <a:endParaRPr b="0" sz="1800" strike="noStrike">
              <a:latin typeface="Arial"/>
              <a:ea typeface="Arial"/>
              <a:cs typeface="Arial"/>
              <a:sym typeface="Arial"/>
            </a:endParaRPr>
          </a:p>
        </p:txBody>
      </p:sp>
      <p:sp>
        <p:nvSpPr>
          <p:cNvPr id="601" name="Google Shape;601;p12: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3: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0" name="Google Shape;610;p13: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Avaliando agora a performance para as imagens com landmarks da face e de apenas os principais traços faciais, é de notar que a performance diminuiu em ambos os casos. Contudo, na fase de validação, os valores são muito similiares o que indica que utilizar apenas as landmarks das caraterísticas principais da face é suficiente para a classificação de uma emoção do que utilizar todas as 468.</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611" name="Google Shape;611;p13: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4: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14: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Relativamente às landmarks dos olhos e da boca, os valores das métricas são ainda menores, mas a boca apresenta resultados ligeiramente superiores aos olhos.</a:t>
            </a:r>
            <a:endParaRPr b="0" sz="1800" strike="noStrike">
              <a:latin typeface="Arial"/>
              <a:ea typeface="Arial"/>
              <a:cs typeface="Arial"/>
              <a:sym typeface="Arial"/>
            </a:endParaRPr>
          </a:p>
        </p:txBody>
      </p:sp>
      <p:sp>
        <p:nvSpPr>
          <p:cNvPr id="623" name="Google Shape;623;p14: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5: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5: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Nas diversas fases de teste, os resultados encontram-se estão de acordo com as de validação, onde o uso das imagens originais apresenta os valores mais elevados, seguida pelo uso das 468 landmarks, das landmarks dos traços faciais principais, da boca e dos olhos.</a:t>
            </a:r>
            <a:endParaRPr b="0" sz="1800" strike="noStrike">
              <a:latin typeface="Arial"/>
              <a:ea typeface="Arial"/>
              <a:cs typeface="Arial"/>
              <a:sym typeface="Arial"/>
            </a:endParaRPr>
          </a:p>
        </p:txBody>
      </p:sp>
      <p:sp>
        <p:nvSpPr>
          <p:cNvPr id="635" name="Google Shape;635;p15: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6: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16: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Pela análise da confusion matrix das imagens originais, esta apresenta valores elevados para as labels Neutral, Happiness, Surprise e até Anger e Sadness mas uma baixa performance para as restantes. </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644" name="Google Shape;644;p16: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7: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17: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Apesar dos valores serem menores para o uso das landmarks da face e dos traços faciais, o bias para as labels Neutral, Happiness e Surprise mantêm-se, sendo as restantes consideravelmente discriminadas.</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654" name="Google Shape;654;p17: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8: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5" name="Google Shape;665;p18: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O mesmo se verifica para as landmarks dos olhos e boca. Contudo, é possível dizer que a boca possui uma melhor capacidade de representar as caraterísticas de uma expressão neutra e de felicidade do que os olhos, mas estes excedem na expressão de surpresa. Infelizmente, os resultados para os restantes labels são relativamente baixos.</a:t>
            </a:r>
            <a:endParaRPr b="0" sz="1800" strike="noStrike">
              <a:latin typeface="Arial"/>
              <a:ea typeface="Arial"/>
              <a:cs typeface="Arial"/>
              <a:sym typeface="Arial"/>
            </a:endParaRPr>
          </a:p>
        </p:txBody>
      </p:sp>
      <p:sp>
        <p:nvSpPr>
          <p:cNvPr id="666" name="Google Shape;666;p18: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800" u="none" cap="none" strike="noStrike">
                <a:solidFill>
                  <a:srgbClr val="000000"/>
                </a:solidFill>
                <a:latin typeface="Arial"/>
                <a:ea typeface="Arial"/>
                <a:cs typeface="Arial"/>
                <a:sym typeface="Arial"/>
              </a:rPr>
              <a:t>‹#›</a:t>
            </a:fld>
            <a:endParaRPr b="0" i="0" sz="1800" u="none" cap="none"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9: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7" name="Google Shape;677;p19: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0" lang="pt-PT" sz="1800" strike="noStrike">
                <a:solidFill>
                  <a:srgbClr val="2D2E2D"/>
                </a:solidFill>
                <a:latin typeface="Arial"/>
                <a:ea typeface="Arial"/>
                <a:cs typeface="Arial"/>
                <a:sym typeface="Arial"/>
              </a:rPr>
              <a:t>Para terminar, há um claro decréscimo na performance do modelo quando são apenas utilizadas landmarks para representar as expressões faciais. Há um certo bias para a classe Neutral, associado ao seu elevado número de samples. Certos traços faciais representam melhor expressões específicas, como os olhos para a felicidade e a boca para a expressão neutra e de felicidade. Para além disso, a relação entre traços faciais é importante para a tarefa de classificação pois a utilização de apenas algumas caraterísticas resultou na diminuição da performance. Finalmente, há um impacto do reconhecimento de expressões faciais com o auxílio de técnicas de deep learning na sociedade em diversos setores.</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
        <p:nvSpPr>
          <p:cNvPr id="678" name="Google Shape;678;p19: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0:notes"/>
          <p:cNvSpPr/>
          <p:nvPr>
            <p:ph idx="2" type="sldImg"/>
          </p:nvPr>
        </p:nvSpPr>
        <p:spPr>
          <a:xfrm>
            <a:off x="685800" y="1143000"/>
            <a:ext cx="548640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5" name="Google Shape;685;p20:notes"/>
          <p:cNvSpPr txBox="1"/>
          <p:nvPr>
            <p:ph idx="1" type="body"/>
          </p:nvPr>
        </p:nvSpPr>
        <p:spPr>
          <a:xfrm>
            <a:off x="685800" y="4400640"/>
            <a:ext cx="5486400" cy="308592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686" name="Google Shape;686;p20: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200" u="none" cap="none" strike="noStrike">
                <a:solidFill>
                  <a:srgbClr val="2D2E2D"/>
                </a:solidFill>
                <a:latin typeface="Arial"/>
                <a:ea typeface="Arial"/>
                <a:cs typeface="Arial"/>
                <a:sym typeface="Arial"/>
              </a:rPr>
              <a:t>‹#›</a:t>
            </a:fld>
            <a:endParaRPr b="0" i="0" sz="1200" u="none" cap="none" strike="noStrike">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6" name="Shape 6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7" name="Shape 67"/>
        <p:cNvGrpSpPr/>
        <p:nvPr/>
      </p:nvGrpSpPr>
      <p:grpSpPr>
        <a:xfrm>
          <a:off x="0" y="0"/>
          <a:ext cx="0" cy="0"/>
          <a:chOff x="0" y="0"/>
          <a:chExt cx="0" cy="0"/>
        </a:xfrm>
      </p:grpSpPr>
      <p:sp>
        <p:nvSpPr>
          <p:cNvPr id="68" name="Google Shape;68;p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0" name="Shape 70"/>
        <p:cNvGrpSpPr/>
        <p:nvPr/>
      </p:nvGrpSpPr>
      <p:grpSpPr>
        <a:xfrm>
          <a:off x="0" y="0"/>
          <a:ext cx="0" cy="0"/>
          <a:chOff x="0" y="0"/>
          <a:chExt cx="0" cy="0"/>
        </a:xfrm>
      </p:grpSpPr>
      <p:sp>
        <p:nvSpPr>
          <p:cNvPr id="71" name="Google Shape;71;p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3" name="Shape 73"/>
        <p:cNvGrpSpPr/>
        <p:nvPr/>
      </p:nvGrpSpPr>
      <p:grpSpPr>
        <a:xfrm>
          <a:off x="0" y="0"/>
          <a:ext cx="0" cy="0"/>
          <a:chOff x="0" y="0"/>
          <a:chExt cx="0" cy="0"/>
        </a:xfrm>
      </p:grpSpPr>
      <p:sp>
        <p:nvSpPr>
          <p:cNvPr id="74" name="Google Shape;74;p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6" name="Google Shape;76;p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9" name="Shape 79"/>
        <p:cNvGrpSpPr/>
        <p:nvPr/>
      </p:nvGrpSpPr>
      <p:grpSpPr>
        <a:xfrm>
          <a:off x="0" y="0"/>
          <a:ext cx="0" cy="0"/>
          <a:chOff x="0" y="0"/>
          <a:chExt cx="0" cy="0"/>
        </a:xfrm>
      </p:grpSpPr>
      <p:sp>
        <p:nvSpPr>
          <p:cNvPr id="80" name="Google Shape;80;p7"/>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1" name="Shape 81"/>
        <p:cNvGrpSpPr/>
        <p:nvPr/>
      </p:nvGrpSpPr>
      <p:grpSpPr>
        <a:xfrm>
          <a:off x="0" y="0"/>
          <a:ext cx="0" cy="0"/>
          <a:chOff x="0" y="0"/>
          <a:chExt cx="0" cy="0"/>
        </a:xfrm>
      </p:grpSpPr>
      <p:sp>
        <p:nvSpPr>
          <p:cNvPr id="82" name="Google Shape;82;p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4" name="Google Shape;84;p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5" name="Google Shape;85;p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6" name="Shape 86"/>
        <p:cNvGrpSpPr/>
        <p:nvPr/>
      </p:nvGrpSpPr>
      <p:grpSpPr>
        <a:xfrm>
          <a:off x="0" y="0"/>
          <a:ext cx="0" cy="0"/>
          <a:chOff x="0" y="0"/>
          <a:chExt cx="0" cy="0"/>
        </a:xfrm>
      </p:grpSpPr>
      <p:sp>
        <p:nvSpPr>
          <p:cNvPr id="87" name="Google Shape;87;p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9" name="Google Shape;89;p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9"/>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1" name="Shape 91"/>
        <p:cNvGrpSpPr/>
        <p:nvPr/>
      </p:nvGrpSpPr>
      <p:grpSpPr>
        <a:xfrm>
          <a:off x="0" y="0"/>
          <a:ext cx="0" cy="0"/>
          <a:chOff x="0" y="0"/>
          <a:chExt cx="0" cy="0"/>
        </a:xfrm>
      </p:grpSpPr>
      <p:sp>
        <p:nvSpPr>
          <p:cNvPr id="92" name="Google Shape;92;p1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4" name="Google Shape;94;p1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5" name="Google Shape;95;p10"/>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6" name="Shape 96"/>
        <p:cNvGrpSpPr/>
        <p:nvPr/>
      </p:nvGrpSpPr>
      <p:grpSpPr>
        <a:xfrm>
          <a:off x="0" y="0"/>
          <a:ext cx="0" cy="0"/>
          <a:chOff x="0" y="0"/>
          <a:chExt cx="0" cy="0"/>
        </a:xfrm>
      </p:grpSpPr>
      <p:sp>
        <p:nvSpPr>
          <p:cNvPr id="97" name="Google Shape;97;p1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1"/>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9" name="Google Shape;99;p11"/>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0" name="Shape 100"/>
        <p:cNvGrpSpPr/>
        <p:nvPr/>
      </p:nvGrpSpPr>
      <p:grpSpPr>
        <a:xfrm>
          <a:off x="0" y="0"/>
          <a:ext cx="0" cy="0"/>
          <a:chOff x="0" y="0"/>
          <a:chExt cx="0" cy="0"/>
        </a:xfrm>
      </p:grpSpPr>
      <p:sp>
        <p:nvSpPr>
          <p:cNvPr id="101" name="Google Shape;101;p1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3" name="Google Shape;103;p1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1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12"/>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6" name="Shape 106"/>
        <p:cNvGrpSpPr/>
        <p:nvPr/>
      </p:nvGrpSpPr>
      <p:grpSpPr>
        <a:xfrm>
          <a:off x="0" y="0"/>
          <a:ext cx="0" cy="0"/>
          <a:chOff x="0" y="0"/>
          <a:chExt cx="0" cy="0"/>
        </a:xfrm>
      </p:grpSpPr>
      <p:sp>
        <p:nvSpPr>
          <p:cNvPr id="107" name="Google Shape;107;p1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3"/>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13"/>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13"/>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13"/>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13"/>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13"/>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2" name="Shape 17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3" name="Shape 173"/>
        <p:cNvGrpSpPr/>
        <p:nvPr/>
      </p:nvGrpSpPr>
      <p:grpSpPr>
        <a:xfrm>
          <a:off x="0" y="0"/>
          <a:ext cx="0" cy="0"/>
          <a:chOff x="0" y="0"/>
          <a:chExt cx="0" cy="0"/>
        </a:xfrm>
      </p:grpSpPr>
      <p:sp>
        <p:nvSpPr>
          <p:cNvPr id="174" name="Google Shape;174;p16"/>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6"/>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6" name="Shape 176"/>
        <p:cNvGrpSpPr/>
        <p:nvPr/>
      </p:nvGrpSpPr>
      <p:grpSpPr>
        <a:xfrm>
          <a:off x="0" y="0"/>
          <a:ext cx="0" cy="0"/>
          <a:chOff x="0" y="0"/>
          <a:chExt cx="0" cy="0"/>
        </a:xfrm>
      </p:grpSpPr>
      <p:sp>
        <p:nvSpPr>
          <p:cNvPr id="177" name="Google Shape;177;p17"/>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7"/>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9" name="Shape 179"/>
        <p:cNvGrpSpPr/>
        <p:nvPr/>
      </p:nvGrpSpPr>
      <p:grpSpPr>
        <a:xfrm>
          <a:off x="0" y="0"/>
          <a:ext cx="0" cy="0"/>
          <a:chOff x="0" y="0"/>
          <a:chExt cx="0" cy="0"/>
        </a:xfrm>
      </p:grpSpPr>
      <p:sp>
        <p:nvSpPr>
          <p:cNvPr id="180" name="Google Shape;180;p18"/>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18"/>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2" name="Google Shape;182;p1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3" name="Shape 183"/>
        <p:cNvGrpSpPr/>
        <p:nvPr/>
      </p:nvGrpSpPr>
      <p:grpSpPr>
        <a:xfrm>
          <a:off x="0" y="0"/>
          <a:ext cx="0" cy="0"/>
          <a:chOff x="0" y="0"/>
          <a:chExt cx="0" cy="0"/>
        </a:xfrm>
      </p:grpSpPr>
      <p:sp>
        <p:nvSpPr>
          <p:cNvPr id="184" name="Google Shape;184;p19"/>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85" name="Shape 185"/>
        <p:cNvGrpSpPr/>
        <p:nvPr/>
      </p:nvGrpSpPr>
      <p:grpSpPr>
        <a:xfrm>
          <a:off x="0" y="0"/>
          <a:ext cx="0" cy="0"/>
          <a:chOff x="0" y="0"/>
          <a:chExt cx="0" cy="0"/>
        </a:xfrm>
      </p:grpSpPr>
      <p:sp>
        <p:nvSpPr>
          <p:cNvPr id="186" name="Google Shape;186;p20"/>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7" name="Shape 187"/>
        <p:cNvGrpSpPr/>
        <p:nvPr/>
      </p:nvGrpSpPr>
      <p:grpSpPr>
        <a:xfrm>
          <a:off x="0" y="0"/>
          <a:ext cx="0" cy="0"/>
          <a:chOff x="0" y="0"/>
          <a:chExt cx="0" cy="0"/>
        </a:xfrm>
      </p:grpSpPr>
      <p:sp>
        <p:nvSpPr>
          <p:cNvPr id="188" name="Google Shape;188;p21"/>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2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0" name="Google Shape;190;p21"/>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1" name="Google Shape;191;p21"/>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2" name="Shape 192"/>
        <p:cNvGrpSpPr/>
        <p:nvPr/>
      </p:nvGrpSpPr>
      <p:grpSpPr>
        <a:xfrm>
          <a:off x="0" y="0"/>
          <a:ext cx="0" cy="0"/>
          <a:chOff x="0" y="0"/>
          <a:chExt cx="0" cy="0"/>
        </a:xfrm>
      </p:grpSpPr>
      <p:sp>
        <p:nvSpPr>
          <p:cNvPr id="193" name="Google Shape;193;p22"/>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22"/>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5" name="Google Shape;195;p2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22"/>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7" name="Shape 197"/>
        <p:cNvGrpSpPr/>
        <p:nvPr/>
      </p:nvGrpSpPr>
      <p:grpSpPr>
        <a:xfrm>
          <a:off x="0" y="0"/>
          <a:ext cx="0" cy="0"/>
          <a:chOff x="0" y="0"/>
          <a:chExt cx="0" cy="0"/>
        </a:xfrm>
      </p:grpSpPr>
      <p:sp>
        <p:nvSpPr>
          <p:cNvPr id="198" name="Google Shape;198;p23"/>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2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0" name="Google Shape;200;p2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23"/>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2" name="Shape 202"/>
        <p:cNvGrpSpPr/>
        <p:nvPr/>
      </p:nvGrpSpPr>
      <p:grpSpPr>
        <a:xfrm>
          <a:off x="0" y="0"/>
          <a:ext cx="0" cy="0"/>
          <a:chOff x="0" y="0"/>
          <a:chExt cx="0" cy="0"/>
        </a:xfrm>
      </p:grpSpPr>
      <p:sp>
        <p:nvSpPr>
          <p:cNvPr id="203" name="Google Shape;203;p24"/>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24"/>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5" name="Google Shape;205;p24"/>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06" name="Shape 206"/>
        <p:cNvGrpSpPr/>
        <p:nvPr/>
      </p:nvGrpSpPr>
      <p:grpSpPr>
        <a:xfrm>
          <a:off x="0" y="0"/>
          <a:ext cx="0" cy="0"/>
          <a:chOff x="0" y="0"/>
          <a:chExt cx="0" cy="0"/>
        </a:xfrm>
      </p:grpSpPr>
      <p:sp>
        <p:nvSpPr>
          <p:cNvPr id="207" name="Google Shape;207;p25"/>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2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9" name="Google Shape;209;p2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0" name="Google Shape;210;p25"/>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25"/>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2" name="Shape 212"/>
        <p:cNvGrpSpPr/>
        <p:nvPr/>
      </p:nvGrpSpPr>
      <p:grpSpPr>
        <a:xfrm>
          <a:off x="0" y="0"/>
          <a:ext cx="0" cy="0"/>
          <a:chOff x="0" y="0"/>
          <a:chExt cx="0" cy="0"/>
        </a:xfrm>
      </p:grpSpPr>
      <p:sp>
        <p:nvSpPr>
          <p:cNvPr id="213" name="Google Shape;213;p26"/>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26"/>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26"/>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26"/>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26"/>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8" name="Google Shape;218;p26"/>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26"/>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74" name="Shape 27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75" name="Shape 275"/>
        <p:cNvGrpSpPr/>
        <p:nvPr/>
      </p:nvGrpSpPr>
      <p:grpSpPr>
        <a:xfrm>
          <a:off x="0" y="0"/>
          <a:ext cx="0" cy="0"/>
          <a:chOff x="0" y="0"/>
          <a:chExt cx="0" cy="0"/>
        </a:xfrm>
      </p:grpSpPr>
      <p:sp>
        <p:nvSpPr>
          <p:cNvPr id="276" name="Google Shape;276;p29"/>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29"/>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78" name="Shape 278"/>
        <p:cNvGrpSpPr/>
        <p:nvPr/>
      </p:nvGrpSpPr>
      <p:grpSpPr>
        <a:xfrm>
          <a:off x="0" y="0"/>
          <a:ext cx="0" cy="0"/>
          <a:chOff x="0" y="0"/>
          <a:chExt cx="0" cy="0"/>
        </a:xfrm>
      </p:grpSpPr>
      <p:sp>
        <p:nvSpPr>
          <p:cNvPr id="279" name="Google Shape;279;p30"/>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30"/>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1" name="Shape 281"/>
        <p:cNvGrpSpPr/>
        <p:nvPr/>
      </p:nvGrpSpPr>
      <p:grpSpPr>
        <a:xfrm>
          <a:off x="0" y="0"/>
          <a:ext cx="0" cy="0"/>
          <a:chOff x="0" y="0"/>
          <a:chExt cx="0" cy="0"/>
        </a:xfrm>
      </p:grpSpPr>
      <p:sp>
        <p:nvSpPr>
          <p:cNvPr id="282" name="Google Shape;282;p31"/>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31"/>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84" name="Google Shape;284;p31"/>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5" name="Shape 285"/>
        <p:cNvGrpSpPr/>
        <p:nvPr/>
      </p:nvGrpSpPr>
      <p:grpSpPr>
        <a:xfrm>
          <a:off x="0" y="0"/>
          <a:ext cx="0" cy="0"/>
          <a:chOff x="0" y="0"/>
          <a:chExt cx="0" cy="0"/>
        </a:xfrm>
      </p:grpSpPr>
      <p:sp>
        <p:nvSpPr>
          <p:cNvPr id="286" name="Google Shape;286;p32"/>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7" name="Shape 287"/>
        <p:cNvGrpSpPr/>
        <p:nvPr/>
      </p:nvGrpSpPr>
      <p:grpSpPr>
        <a:xfrm>
          <a:off x="0" y="0"/>
          <a:ext cx="0" cy="0"/>
          <a:chOff x="0" y="0"/>
          <a:chExt cx="0" cy="0"/>
        </a:xfrm>
      </p:grpSpPr>
      <p:sp>
        <p:nvSpPr>
          <p:cNvPr id="288" name="Google Shape;288;p33"/>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9" name="Shape 289"/>
        <p:cNvGrpSpPr/>
        <p:nvPr/>
      </p:nvGrpSpPr>
      <p:grpSpPr>
        <a:xfrm>
          <a:off x="0" y="0"/>
          <a:ext cx="0" cy="0"/>
          <a:chOff x="0" y="0"/>
          <a:chExt cx="0" cy="0"/>
        </a:xfrm>
      </p:grpSpPr>
      <p:sp>
        <p:nvSpPr>
          <p:cNvPr id="290" name="Google Shape;290;p34"/>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3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2" name="Google Shape;292;p34"/>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3" name="Google Shape;293;p34"/>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4" name="Shape 294"/>
        <p:cNvGrpSpPr/>
        <p:nvPr/>
      </p:nvGrpSpPr>
      <p:grpSpPr>
        <a:xfrm>
          <a:off x="0" y="0"/>
          <a:ext cx="0" cy="0"/>
          <a:chOff x="0" y="0"/>
          <a:chExt cx="0" cy="0"/>
        </a:xfrm>
      </p:grpSpPr>
      <p:sp>
        <p:nvSpPr>
          <p:cNvPr id="295" name="Google Shape;295;p35"/>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3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7" name="Google Shape;297;p3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8" name="Google Shape;298;p35"/>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99" name="Shape 299"/>
        <p:cNvGrpSpPr/>
        <p:nvPr/>
      </p:nvGrpSpPr>
      <p:grpSpPr>
        <a:xfrm>
          <a:off x="0" y="0"/>
          <a:ext cx="0" cy="0"/>
          <a:chOff x="0" y="0"/>
          <a:chExt cx="0" cy="0"/>
        </a:xfrm>
      </p:grpSpPr>
      <p:sp>
        <p:nvSpPr>
          <p:cNvPr id="300" name="Google Shape;300;p36"/>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3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2" name="Google Shape;302;p3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3" name="Google Shape;303;p36"/>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04" name="Shape 304"/>
        <p:cNvGrpSpPr/>
        <p:nvPr/>
      </p:nvGrpSpPr>
      <p:grpSpPr>
        <a:xfrm>
          <a:off x="0" y="0"/>
          <a:ext cx="0" cy="0"/>
          <a:chOff x="0" y="0"/>
          <a:chExt cx="0" cy="0"/>
        </a:xfrm>
      </p:grpSpPr>
      <p:sp>
        <p:nvSpPr>
          <p:cNvPr id="305" name="Google Shape;305;p37"/>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37"/>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07" name="Google Shape;307;p37"/>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08" name="Shape 308"/>
        <p:cNvGrpSpPr/>
        <p:nvPr/>
      </p:nvGrpSpPr>
      <p:grpSpPr>
        <a:xfrm>
          <a:off x="0" y="0"/>
          <a:ext cx="0" cy="0"/>
          <a:chOff x="0" y="0"/>
          <a:chExt cx="0" cy="0"/>
        </a:xfrm>
      </p:grpSpPr>
      <p:sp>
        <p:nvSpPr>
          <p:cNvPr id="309" name="Google Shape;309;p38"/>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3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1" name="Google Shape;311;p3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2" name="Google Shape;312;p3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3" name="Google Shape;313;p38"/>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14" name="Shape 314"/>
        <p:cNvGrpSpPr/>
        <p:nvPr/>
      </p:nvGrpSpPr>
      <p:grpSpPr>
        <a:xfrm>
          <a:off x="0" y="0"/>
          <a:ext cx="0" cy="0"/>
          <a:chOff x="0" y="0"/>
          <a:chExt cx="0" cy="0"/>
        </a:xfrm>
      </p:grpSpPr>
      <p:sp>
        <p:nvSpPr>
          <p:cNvPr id="315" name="Google Shape;315;p39"/>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39"/>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7" name="Google Shape;317;p39"/>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8" name="Google Shape;318;p39"/>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9" name="Google Shape;319;p39"/>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0" name="Google Shape;320;p39"/>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1" name="Google Shape;321;p39"/>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80" name="Shape 380"/>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81" name="Shape 381"/>
        <p:cNvGrpSpPr/>
        <p:nvPr/>
      </p:nvGrpSpPr>
      <p:grpSpPr>
        <a:xfrm>
          <a:off x="0" y="0"/>
          <a:ext cx="0" cy="0"/>
          <a:chOff x="0" y="0"/>
          <a:chExt cx="0" cy="0"/>
        </a:xfrm>
      </p:grpSpPr>
      <p:sp>
        <p:nvSpPr>
          <p:cNvPr id="382" name="Google Shape;382;p42"/>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42"/>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84" name="Shape 384"/>
        <p:cNvGrpSpPr/>
        <p:nvPr/>
      </p:nvGrpSpPr>
      <p:grpSpPr>
        <a:xfrm>
          <a:off x="0" y="0"/>
          <a:ext cx="0" cy="0"/>
          <a:chOff x="0" y="0"/>
          <a:chExt cx="0" cy="0"/>
        </a:xfrm>
      </p:grpSpPr>
      <p:sp>
        <p:nvSpPr>
          <p:cNvPr id="385" name="Google Shape;385;p43"/>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43"/>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87" name="Shape 387"/>
        <p:cNvGrpSpPr/>
        <p:nvPr/>
      </p:nvGrpSpPr>
      <p:grpSpPr>
        <a:xfrm>
          <a:off x="0" y="0"/>
          <a:ext cx="0" cy="0"/>
          <a:chOff x="0" y="0"/>
          <a:chExt cx="0" cy="0"/>
        </a:xfrm>
      </p:grpSpPr>
      <p:sp>
        <p:nvSpPr>
          <p:cNvPr id="388" name="Google Shape;388;p44"/>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44"/>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90" name="Google Shape;390;p44"/>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1" name="Shape 391"/>
        <p:cNvGrpSpPr/>
        <p:nvPr/>
      </p:nvGrpSpPr>
      <p:grpSpPr>
        <a:xfrm>
          <a:off x="0" y="0"/>
          <a:ext cx="0" cy="0"/>
          <a:chOff x="0" y="0"/>
          <a:chExt cx="0" cy="0"/>
        </a:xfrm>
      </p:grpSpPr>
      <p:sp>
        <p:nvSpPr>
          <p:cNvPr id="392" name="Google Shape;392;p45"/>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93" name="Shape 393"/>
        <p:cNvGrpSpPr/>
        <p:nvPr/>
      </p:nvGrpSpPr>
      <p:grpSpPr>
        <a:xfrm>
          <a:off x="0" y="0"/>
          <a:ext cx="0" cy="0"/>
          <a:chOff x="0" y="0"/>
          <a:chExt cx="0" cy="0"/>
        </a:xfrm>
      </p:grpSpPr>
      <p:sp>
        <p:nvSpPr>
          <p:cNvPr id="394" name="Google Shape;394;p46"/>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95" name="Shape 395"/>
        <p:cNvGrpSpPr/>
        <p:nvPr/>
      </p:nvGrpSpPr>
      <p:grpSpPr>
        <a:xfrm>
          <a:off x="0" y="0"/>
          <a:ext cx="0" cy="0"/>
          <a:chOff x="0" y="0"/>
          <a:chExt cx="0" cy="0"/>
        </a:xfrm>
      </p:grpSpPr>
      <p:sp>
        <p:nvSpPr>
          <p:cNvPr id="396" name="Google Shape;396;p47"/>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7" name="Google Shape;397;p4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98" name="Google Shape;398;p47"/>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99" name="Google Shape;399;p47"/>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00" name="Shape 400"/>
        <p:cNvGrpSpPr/>
        <p:nvPr/>
      </p:nvGrpSpPr>
      <p:grpSpPr>
        <a:xfrm>
          <a:off x="0" y="0"/>
          <a:ext cx="0" cy="0"/>
          <a:chOff x="0" y="0"/>
          <a:chExt cx="0" cy="0"/>
        </a:xfrm>
      </p:grpSpPr>
      <p:sp>
        <p:nvSpPr>
          <p:cNvPr id="401" name="Google Shape;401;p48"/>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2" name="Google Shape;402;p48"/>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03" name="Google Shape;403;p4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04" name="Google Shape;404;p48"/>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5" name="Shape 405"/>
        <p:cNvGrpSpPr/>
        <p:nvPr/>
      </p:nvGrpSpPr>
      <p:grpSpPr>
        <a:xfrm>
          <a:off x="0" y="0"/>
          <a:ext cx="0" cy="0"/>
          <a:chOff x="0" y="0"/>
          <a:chExt cx="0" cy="0"/>
        </a:xfrm>
      </p:grpSpPr>
      <p:sp>
        <p:nvSpPr>
          <p:cNvPr id="406" name="Google Shape;406;p49"/>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7" name="Google Shape;407;p49"/>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08" name="Google Shape;408;p4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09" name="Google Shape;409;p49"/>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0" name="Shape 410"/>
        <p:cNvGrpSpPr/>
        <p:nvPr/>
      </p:nvGrpSpPr>
      <p:grpSpPr>
        <a:xfrm>
          <a:off x="0" y="0"/>
          <a:ext cx="0" cy="0"/>
          <a:chOff x="0" y="0"/>
          <a:chExt cx="0" cy="0"/>
        </a:xfrm>
      </p:grpSpPr>
      <p:sp>
        <p:nvSpPr>
          <p:cNvPr id="411" name="Google Shape;411;p50"/>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50"/>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13" name="Google Shape;413;p50"/>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14" name="Shape 414"/>
        <p:cNvGrpSpPr/>
        <p:nvPr/>
      </p:nvGrpSpPr>
      <p:grpSpPr>
        <a:xfrm>
          <a:off x="0" y="0"/>
          <a:ext cx="0" cy="0"/>
          <a:chOff x="0" y="0"/>
          <a:chExt cx="0" cy="0"/>
        </a:xfrm>
      </p:grpSpPr>
      <p:sp>
        <p:nvSpPr>
          <p:cNvPr id="415" name="Google Shape;415;p51"/>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5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17" name="Google Shape;417;p5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18" name="Google Shape;418;p51"/>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19" name="Google Shape;419;p51"/>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20" name="Shape 420"/>
        <p:cNvGrpSpPr/>
        <p:nvPr/>
      </p:nvGrpSpPr>
      <p:grpSpPr>
        <a:xfrm>
          <a:off x="0" y="0"/>
          <a:ext cx="0" cy="0"/>
          <a:chOff x="0" y="0"/>
          <a:chExt cx="0" cy="0"/>
        </a:xfrm>
      </p:grpSpPr>
      <p:sp>
        <p:nvSpPr>
          <p:cNvPr id="421" name="Google Shape;421;p52"/>
          <p:cNvSpPr txBox="1"/>
          <p:nvPr>
            <p:ph type="title"/>
          </p:nvPr>
        </p:nvSpPr>
        <p:spPr>
          <a:xfrm>
            <a:off x="609480" y="273600"/>
            <a:ext cx="10972440" cy="1144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2" name="Google Shape;422;p52"/>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23" name="Google Shape;423;p52"/>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24" name="Google Shape;424;p52"/>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25" name="Google Shape;425;p52"/>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26" name="Google Shape;426;p52"/>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27" name="Google Shape;427;p52"/>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2.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grpSp>
        <p:nvGrpSpPr>
          <p:cNvPr id="10" name="Google Shape;10;p1"/>
          <p:cNvGrpSpPr/>
          <p:nvPr/>
        </p:nvGrpSpPr>
        <p:grpSpPr>
          <a:xfrm>
            <a:off x="0" y="0"/>
            <a:ext cx="12192480" cy="6858360"/>
            <a:chOff x="0" y="0"/>
            <a:chExt cx="12192480" cy="6858360"/>
          </a:xfrm>
        </p:grpSpPr>
        <p:cxnSp>
          <p:nvCxnSpPr>
            <p:cNvPr id="11" name="Google Shape;11;p1"/>
            <p:cNvCxnSpPr/>
            <p:nvPr/>
          </p:nvCxnSpPr>
          <p:spPr>
            <a:xfrm>
              <a:off x="61020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 name="Google Shape;12;p1"/>
            <p:cNvCxnSpPr/>
            <p:nvPr/>
          </p:nvCxnSpPr>
          <p:spPr>
            <a:xfrm>
              <a:off x="182916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3" name="Google Shape;13;p1"/>
            <p:cNvCxnSpPr/>
            <p:nvPr/>
          </p:nvCxnSpPr>
          <p:spPr>
            <a:xfrm>
              <a:off x="304848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4" name="Google Shape;14;p1"/>
            <p:cNvCxnSpPr/>
            <p:nvPr/>
          </p:nvCxnSpPr>
          <p:spPr>
            <a:xfrm>
              <a:off x="426744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5" name="Google Shape;15;p1"/>
            <p:cNvCxnSpPr/>
            <p:nvPr/>
          </p:nvCxnSpPr>
          <p:spPr>
            <a:xfrm>
              <a:off x="548676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6" name="Google Shape;16;p1"/>
            <p:cNvCxnSpPr/>
            <p:nvPr/>
          </p:nvCxnSpPr>
          <p:spPr>
            <a:xfrm>
              <a:off x="670572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7" name="Google Shape;17;p1"/>
            <p:cNvCxnSpPr/>
            <p:nvPr/>
          </p:nvCxnSpPr>
          <p:spPr>
            <a:xfrm>
              <a:off x="792504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8" name="Google Shape;18;p1"/>
            <p:cNvCxnSpPr/>
            <p:nvPr/>
          </p:nvCxnSpPr>
          <p:spPr>
            <a:xfrm>
              <a:off x="914400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9" name="Google Shape;19;p1"/>
            <p:cNvCxnSpPr/>
            <p:nvPr/>
          </p:nvCxnSpPr>
          <p:spPr>
            <a:xfrm>
              <a:off x="1036332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0" name="Google Shape;20;p1"/>
            <p:cNvCxnSpPr/>
            <p:nvPr/>
          </p:nvCxnSpPr>
          <p:spPr>
            <a:xfrm>
              <a:off x="1158228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1" name="Google Shape;21;p1"/>
            <p:cNvCxnSpPr/>
            <p:nvPr/>
          </p:nvCxnSpPr>
          <p:spPr>
            <a:xfrm>
              <a:off x="2880" y="38664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2" name="Google Shape;22;p1"/>
            <p:cNvCxnSpPr/>
            <p:nvPr/>
          </p:nvCxnSpPr>
          <p:spPr>
            <a:xfrm>
              <a:off x="2880" y="161136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3" name="Google Shape;23;p1"/>
            <p:cNvCxnSpPr/>
            <p:nvPr/>
          </p:nvCxnSpPr>
          <p:spPr>
            <a:xfrm>
              <a:off x="2880" y="283572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4" name="Google Shape;24;p1"/>
            <p:cNvCxnSpPr/>
            <p:nvPr/>
          </p:nvCxnSpPr>
          <p:spPr>
            <a:xfrm>
              <a:off x="2880" y="406044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5" name="Google Shape;25;p1"/>
            <p:cNvCxnSpPr/>
            <p:nvPr/>
          </p:nvCxnSpPr>
          <p:spPr>
            <a:xfrm>
              <a:off x="2880" y="528516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6" name="Google Shape;26;p1"/>
            <p:cNvCxnSpPr/>
            <p:nvPr/>
          </p:nvCxnSpPr>
          <p:spPr>
            <a:xfrm>
              <a:off x="2880" y="6509880"/>
              <a:ext cx="12189240" cy="360"/>
            </a:xfrm>
            <a:prstGeom prst="straightConnector1">
              <a:avLst/>
            </a:prstGeom>
            <a:noFill/>
            <a:ln cap="flat" cmpd="sng" w="9525">
              <a:solidFill>
                <a:srgbClr val="D9D9D9"/>
              </a:solidFill>
              <a:prstDash val="solid"/>
              <a:miter lim="8000"/>
              <a:headEnd len="sm" w="sm" type="none"/>
              <a:tailEnd len="sm" w="sm" type="none"/>
            </a:ln>
          </p:spPr>
        </p:cxnSp>
        <p:grpSp>
          <p:nvGrpSpPr>
            <p:cNvPr id="27" name="Google Shape;27;p1"/>
            <p:cNvGrpSpPr/>
            <p:nvPr/>
          </p:nvGrpSpPr>
          <p:grpSpPr>
            <a:xfrm>
              <a:off x="0" y="0"/>
              <a:ext cx="12192480" cy="6858360"/>
              <a:chOff x="0" y="0"/>
              <a:chExt cx="12192480" cy="6858360"/>
            </a:xfrm>
          </p:grpSpPr>
          <p:cxnSp>
            <p:nvCxnSpPr>
              <p:cNvPr id="28" name="Google Shape;28;p1"/>
              <p:cNvCxnSpPr/>
              <p:nvPr/>
            </p:nvCxnSpPr>
            <p:spPr>
              <a:xfrm>
                <a:off x="22536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9" name="Google Shape;29;p1"/>
              <p:cNvCxnSpPr/>
              <p:nvPr/>
            </p:nvCxnSpPr>
            <p:spPr>
              <a:xfrm>
                <a:off x="1449000" y="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30" name="Google Shape;30;p1"/>
              <p:cNvCxnSpPr/>
              <p:nvPr/>
            </p:nvCxnSpPr>
            <p:spPr>
              <a:xfrm>
                <a:off x="2665800" y="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31" name="Google Shape;31;p1"/>
              <p:cNvCxnSpPr/>
              <p:nvPr/>
            </p:nvCxnSpPr>
            <p:spPr>
              <a:xfrm>
                <a:off x="388512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2" name="Google Shape;32;p1"/>
              <p:cNvCxnSpPr/>
              <p:nvPr/>
            </p:nvCxnSpPr>
            <p:spPr>
              <a:xfrm>
                <a:off x="5106600" y="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33" name="Google Shape;33;p1"/>
              <p:cNvGrpSpPr/>
              <p:nvPr/>
            </p:nvGrpSpPr>
            <p:grpSpPr>
              <a:xfrm>
                <a:off x="6327720" y="0"/>
                <a:ext cx="5864760" cy="5898960"/>
                <a:chOff x="6327720" y="0"/>
                <a:chExt cx="5864760" cy="5898960"/>
              </a:xfrm>
            </p:grpSpPr>
            <p:cxnSp>
              <p:nvCxnSpPr>
                <p:cNvPr id="34" name="Google Shape;34;p1"/>
                <p:cNvCxnSpPr/>
                <p:nvPr/>
              </p:nvCxnSpPr>
              <p:spPr>
                <a:xfrm>
                  <a:off x="6327720" y="0"/>
                  <a:ext cx="5864760" cy="5898960"/>
                </a:xfrm>
                <a:prstGeom prst="straightConnector1">
                  <a:avLst/>
                </a:prstGeom>
                <a:noFill/>
                <a:ln cap="flat" cmpd="sng" w="9525">
                  <a:solidFill>
                    <a:srgbClr val="D9D9D9"/>
                  </a:solidFill>
                  <a:prstDash val="solid"/>
                  <a:miter lim="8000"/>
                  <a:headEnd len="sm" w="sm" type="none"/>
                  <a:tailEnd len="sm" w="sm" type="none"/>
                </a:ln>
              </p:spPr>
            </p:cxnSp>
            <p:cxnSp>
              <p:nvCxnSpPr>
                <p:cNvPr id="35" name="Google Shape;35;p1"/>
                <p:cNvCxnSpPr/>
                <p:nvPr/>
              </p:nvCxnSpPr>
              <p:spPr>
                <a:xfrm>
                  <a:off x="7549200" y="0"/>
                  <a:ext cx="4643280" cy="4672800"/>
                </a:xfrm>
                <a:prstGeom prst="straightConnector1">
                  <a:avLst/>
                </a:prstGeom>
                <a:noFill/>
                <a:ln cap="flat" cmpd="sng" w="9525">
                  <a:solidFill>
                    <a:srgbClr val="D9D9D9"/>
                  </a:solidFill>
                  <a:prstDash val="solid"/>
                  <a:miter lim="8000"/>
                  <a:headEnd len="sm" w="sm" type="none"/>
                  <a:tailEnd len="sm" w="sm" type="none"/>
                </a:ln>
              </p:spPr>
            </p:cxnSp>
            <p:cxnSp>
              <p:nvCxnSpPr>
                <p:cNvPr id="36" name="Google Shape;36;p1"/>
                <p:cNvCxnSpPr/>
                <p:nvPr/>
              </p:nvCxnSpPr>
              <p:spPr>
                <a:xfrm>
                  <a:off x="8772840" y="0"/>
                  <a:ext cx="3419640" cy="3457080"/>
                </a:xfrm>
                <a:prstGeom prst="straightConnector1">
                  <a:avLst/>
                </a:prstGeom>
                <a:noFill/>
                <a:ln cap="flat" cmpd="sng" w="9525">
                  <a:solidFill>
                    <a:srgbClr val="D9D9D9"/>
                  </a:solidFill>
                  <a:prstDash val="solid"/>
                  <a:miter lim="8000"/>
                  <a:headEnd len="sm" w="sm" type="none"/>
                  <a:tailEnd len="sm" w="sm" type="none"/>
                </a:ln>
              </p:spPr>
            </p:cxnSp>
            <p:cxnSp>
              <p:nvCxnSpPr>
                <p:cNvPr id="37" name="Google Shape;37;p1"/>
                <p:cNvCxnSpPr/>
                <p:nvPr/>
              </p:nvCxnSpPr>
              <p:spPr>
                <a:xfrm>
                  <a:off x="9982080" y="0"/>
                  <a:ext cx="2210400" cy="2226960"/>
                </a:xfrm>
                <a:prstGeom prst="straightConnector1">
                  <a:avLst/>
                </a:prstGeom>
                <a:noFill/>
                <a:ln cap="flat" cmpd="sng" w="9525">
                  <a:solidFill>
                    <a:srgbClr val="D9D9D9"/>
                  </a:solidFill>
                  <a:prstDash val="solid"/>
                  <a:miter lim="8000"/>
                  <a:headEnd len="sm" w="sm" type="none"/>
                  <a:tailEnd len="sm" w="sm" type="none"/>
                </a:ln>
              </p:spPr>
            </p:cxnSp>
            <p:cxnSp>
              <p:nvCxnSpPr>
                <p:cNvPr id="38" name="Google Shape;38;p1"/>
                <p:cNvCxnSpPr/>
                <p:nvPr/>
              </p:nvCxnSpPr>
              <p:spPr>
                <a:xfrm>
                  <a:off x="11198880" y="0"/>
                  <a:ext cx="993600" cy="1002960"/>
                </a:xfrm>
                <a:prstGeom prst="straightConnector1">
                  <a:avLst/>
                </a:prstGeom>
                <a:noFill/>
                <a:ln cap="flat" cmpd="sng" w="9525">
                  <a:solidFill>
                    <a:srgbClr val="D9D9D9"/>
                  </a:solidFill>
                  <a:prstDash val="solid"/>
                  <a:miter lim="8000"/>
                  <a:headEnd len="sm" w="sm" type="none"/>
                  <a:tailEnd len="sm" w="sm" type="none"/>
                </a:ln>
              </p:spPr>
            </p:cxnSp>
          </p:grpSp>
          <p:cxnSp>
            <p:nvCxnSpPr>
              <p:cNvPr id="39" name="Google Shape;39;p1"/>
              <p:cNvCxnSpPr/>
              <p:nvPr/>
            </p:nvCxnSpPr>
            <p:spPr>
              <a:xfrm rot="10800000">
                <a:off x="0" y="101196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40" name="Google Shape;40;p1"/>
              <p:cNvCxnSpPr/>
              <p:nvPr/>
            </p:nvCxnSpPr>
            <p:spPr>
              <a:xfrm rot="10800000">
                <a:off x="0" y="222732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41" name="Google Shape;41;p1"/>
              <p:cNvCxnSpPr/>
              <p:nvPr/>
            </p:nvCxnSpPr>
            <p:spPr>
              <a:xfrm rot="10800000">
                <a:off x="0" y="3432240"/>
                <a:ext cx="3398760" cy="3426120"/>
              </a:xfrm>
              <a:prstGeom prst="straightConnector1">
                <a:avLst/>
              </a:prstGeom>
              <a:noFill/>
              <a:ln cap="flat" cmpd="sng" w="9525">
                <a:solidFill>
                  <a:srgbClr val="D9D9D9"/>
                </a:solidFill>
                <a:prstDash val="solid"/>
                <a:miter lim="8000"/>
                <a:headEnd len="sm" w="sm" type="none"/>
                <a:tailEnd len="sm" w="sm" type="none"/>
              </a:ln>
            </p:spPr>
          </p:cxnSp>
          <p:cxnSp>
            <p:nvCxnSpPr>
              <p:cNvPr id="42" name="Google Shape;42;p1"/>
              <p:cNvCxnSpPr/>
              <p:nvPr/>
            </p:nvCxnSpPr>
            <p:spPr>
              <a:xfrm rot="10800000">
                <a:off x="0" y="4651560"/>
                <a:ext cx="2196720" cy="2206800"/>
              </a:xfrm>
              <a:prstGeom prst="straightConnector1">
                <a:avLst/>
              </a:prstGeom>
              <a:noFill/>
              <a:ln cap="flat" cmpd="sng" w="9525">
                <a:solidFill>
                  <a:srgbClr val="D9D9D9"/>
                </a:solidFill>
                <a:prstDash val="solid"/>
                <a:miter lim="8000"/>
                <a:headEnd len="sm" w="sm" type="none"/>
                <a:tailEnd len="sm" w="sm" type="none"/>
              </a:ln>
            </p:spPr>
          </p:cxnSp>
          <p:cxnSp>
            <p:nvCxnSpPr>
              <p:cNvPr id="43" name="Google Shape;43;p1"/>
              <p:cNvCxnSpPr/>
              <p:nvPr/>
            </p:nvCxnSpPr>
            <p:spPr>
              <a:xfrm rot="10800000">
                <a:off x="0" y="5864400"/>
                <a:ext cx="987480" cy="993960"/>
              </a:xfrm>
              <a:prstGeom prst="straightConnector1">
                <a:avLst/>
              </a:prstGeom>
              <a:noFill/>
              <a:ln cap="flat" cmpd="sng" w="9525">
                <a:solidFill>
                  <a:srgbClr val="D9D9D9"/>
                </a:solidFill>
                <a:prstDash val="solid"/>
                <a:miter lim="8000"/>
                <a:headEnd len="sm" w="sm" type="none"/>
                <a:tailEnd len="sm" w="sm" type="none"/>
              </a:ln>
            </p:spPr>
          </p:cxnSp>
        </p:grpSp>
        <p:grpSp>
          <p:nvGrpSpPr>
            <p:cNvPr id="44" name="Google Shape;44;p1"/>
            <p:cNvGrpSpPr/>
            <p:nvPr/>
          </p:nvGrpSpPr>
          <p:grpSpPr>
            <a:xfrm>
              <a:off x="0" y="0"/>
              <a:ext cx="12192480" cy="6858360"/>
              <a:chOff x="0" y="0"/>
              <a:chExt cx="12192480" cy="6858360"/>
            </a:xfrm>
          </p:grpSpPr>
          <p:cxnSp>
            <p:nvCxnSpPr>
              <p:cNvPr id="45" name="Google Shape;45;p1"/>
              <p:cNvCxnSpPr/>
              <p:nvPr/>
            </p:nvCxnSpPr>
            <p:spPr>
              <a:xfrm flipH="1">
                <a:off x="515052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46" name="Google Shape;46;p1"/>
              <p:cNvCxnSpPr/>
              <p:nvPr/>
            </p:nvCxnSpPr>
            <p:spPr>
              <a:xfrm flipH="1">
                <a:off x="392688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47" name="Google Shape;47;p1"/>
              <p:cNvCxnSpPr/>
              <p:nvPr/>
            </p:nvCxnSpPr>
            <p:spPr>
              <a:xfrm flipH="1">
                <a:off x="271008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48" name="Google Shape;48;p1"/>
              <p:cNvCxnSpPr/>
              <p:nvPr/>
            </p:nvCxnSpPr>
            <p:spPr>
              <a:xfrm flipH="1">
                <a:off x="149112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49" name="Google Shape;49;p1"/>
              <p:cNvCxnSpPr/>
              <p:nvPr/>
            </p:nvCxnSpPr>
            <p:spPr>
              <a:xfrm flipH="1">
                <a:off x="269640" y="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50" name="Google Shape;50;p1"/>
              <p:cNvGrpSpPr/>
              <p:nvPr/>
            </p:nvGrpSpPr>
            <p:grpSpPr>
              <a:xfrm>
                <a:off x="0" y="0"/>
                <a:ext cx="5864400" cy="5898960"/>
                <a:chOff x="0" y="0"/>
                <a:chExt cx="5864400" cy="5898960"/>
              </a:xfrm>
            </p:grpSpPr>
            <p:cxnSp>
              <p:nvCxnSpPr>
                <p:cNvPr id="51" name="Google Shape;51;p1"/>
                <p:cNvCxnSpPr/>
                <p:nvPr/>
              </p:nvCxnSpPr>
              <p:spPr>
                <a:xfrm flipH="1">
                  <a:off x="0" y="0"/>
                  <a:ext cx="5864400" cy="5898960"/>
                </a:xfrm>
                <a:prstGeom prst="straightConnector1">
                  <a:avLst/>
                </a:prstGeom>
                <a:noFill/>
                <a:ln cap="flat" cmpd="sng" w="9525">
                  <a:solidFill>
                    <a:srgbClr val="D9D9D9"/>
                  </a:solidFill>
                  <a:prstDash val="solid"/>
                  <a:miter lim="8000"/>
                  <a:headEnd len="sm" w="sm" type="none"/>
                  <a:tailEnd len="sm" w="sm" type="none"/>
                </a:ln>
              </p:spPr>
            </p:cxnSp>
            <p:cxnSp>
              <p:nvCxnSpPr>
                <p:cNvPr id="52" name="Google Shape;52;p1"/>
                <p:cNvCxnSpPr/>
                <p:nvPr/>
              </p:nvCxnSpPr>
              <p:spPr>
                <a:xfrm flipH="1">
                  <a:off x="0" y="0"/>
                  <a:ext cx="4642920" cy="4672800"/>
                </a:xfrm>
                <a:prstGeom prst="straightConnector1">
                  <a:avLst/>
                </a:prstGeom>
                <a:noFill/>
                <a:ln cap="flat" cmpd="sng" w="9525">
                  <a:solidFill>
                    <a:srgbClr val="D9D9D9"/>
                  </a:solidFill>
                  <a:prstDash val="solid"/>
                  <a:miter lim="8000"/>
                  <a:headEnd len="sm" w="sm" type="none"/>
                  <a:tailEnd len="sm" w="sm" type="none"/>
                </a:ln>
              </p:spPr>
            </p:cxnSp>
            <p:cxnSp>
              <p:nvCxnSpPr>
                <p:cNvPr id="53" name="Google Shape;53;p1"/>
                <p:cNvCxnSpPr/>
                <p:nvPr/>
              </p:nvCxnSpPr>
              <p:spPr>
                <a:xfrm flipH="1">
                  <a:off x="0" y="0"/>
                  <a:ext cx="3419280" cy="3457080"/>
                </a:xfrm>
                <a:prstGeom prst="straightConnector1">
                  <a:avLst/>
                </a:prstGeom>
                <a:noFill/>
                <a:ln cap="flat" cmpd="sng" w="9525">
                  <a:solidFill>
                    <a:srgbClr val="D9D9D9"/>
                  </a:solidFill>
                  <a:prstDash val="solid"/>
                  <a:miter lim="8000"/>
                  <a:headEnd len="sm" w="sm" type="none"/>
                  <a:tailEnd len="sm" w="sm" type="none"/>
                </a:ln>
              </p:spPr>
            </p:cxnSp>
            <p:cxnSp>
              <p:nvCxnSpPr>
                <p:cNvPr id="54" name="Google Shape;54;p1"/>
                <p:cNvCxnSpPr/>
                <p:nvPr/>
              </p:nvCxnSpPr>
              <p:spPr>
                <a:xfrm flipH="1">
                  <a:off x="0" y="0"/>
                  <a:ext cx="2210040" cy="2226960"/>
                </a:xfrm>
                <a:prstGeom prst="straightConnector1">
                  <a:avLst/>
                </a:prstGeom>
                <a:noFill/>
                <a:ln cap="flat" cmpd="sng" w="9525">
                  <a:solidFill>
                    <a:srgbClr val="D9D9D9"/>
                  </a:solidFill>
                  <a:prstDash val="solid"/>
                  <a:miter lim="8000"/>
                  <a:headEnd len="sm" w="sm" type="none"/>
                  <a:tailEnd len="sm" w="sm" type="none"/>
                </a:ln>
              </p:spPr>
            </p:cxnSp>
            <p:cxnSp>
              <p:nvCxnSpPr>
                <p:cNvPr id="55" name="Google Shape;55;p1"/>
                <p:cNvCxnSpPr/>
                <p:nvPr/>
              </p:nvCxnSpPr>
              <p:spPr>
                <a:xfrm flipH="1">
                  <a:off x="0" y="0"/>
                  <a:ext cx="993240" cy="1002960"/>
                </a:xfrm>
                <a:prstGeom prst="straightConnector1">
                  <a:avLst/>
                </a:prstGeom>
                <a:noFill/>
                <a:ln cap="flat" cmpd="sng" w="9525">
                  <a:solidFill>
                    <a:srgbClr val="D9D9D9"/>
                  </a:solidFill>
                  <a:prstDash val="solid"/>
                  <a:miter lim="8000"/>
                  <a:headEnd len="sm" w="sm" type="none"/>
                  <a:tailEnd len="sm" w="sm" type="none"/>
                </a:ln>
              </p:spPr>
            </p:cxnSp>
          </p:grpSp>
          <p:cxnSp>
            <p:nvCxnSpPr>
              <p:cNvPr id="56" name="Google Shape;56;p1"/>
              <p:cNvCxnSpPr/>
              <p:nvPr/>
            </p:nvCxnSpPr>
            <p:spPr>
              <a:xfrm flipH="1" rot="10800000">
                <a:off x="6363360" y="101196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57" name="Google Shape;57;p1"/>
              <p:cNvCxnSpPr/>
              <p:nvPr/>
            </p:nvCxnSpPr>
            <p:spPr>
              <a:xfrm flipH="1" rot="10800000">
                <a:off x="7577280" y="222732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58" name="Google Shape;58;p1"/>
              <p:cNvCxnSpPr/>
              <p:nvPr/>
            </p:nvCxnSpPr>
            <p:spPr>
              <a:xfrm flipH="1" rot="10800000">
                <a:off x="8793720" y="3432240"/>
                <a:ext cx="3398760" cy="3426120"/>
              </a:xfrm>
              <a:prstGeom prst="straightConnector1">
                <a:avLst/>
              </a:prstGeom>
              <a:noFill/>
              <a:ln cap="flat" cmpd="sng" w="9525">
                <a:solidFill>
                  <a:srgbClr val="D9D9D9"/>
                </a:solidFill>
                <a:prstDash val="solid"/>
                <a:miter lim="8000"/>
                <a:headEnd len="sm" w="sm" type="none"/>
                <a:tailEnd len="sm" w="sm" type="none"/>
              </a:ln>
            </p:spPr>
          </p:cxnSp>
          <p:cxnSp>
            <p:nvCxnSpPr>
              <p:cNvPr id="59" name="Google Shape;59;p1"/>
              <p:cNvCxnSpPr/>
              <p:nvPr/>
            </p:nvCxnSpPr>
            <p:spPr>
              <a:xfrm flipH="1" rot="10800000">
                <a:off x="9995400" y="4651560"/>
                <a:ext cx="2197080" cy="2206800"/>
              </a:xfrm>
              <a:prstGeom prst="straightConnector1">
                <a:avLst/>
              </a:prstGeom>
              <a:noFill/>
              <a:ln cap="flat" cmpd="sng" w="9525">
                <a:solidFill>
                  <a:srgbClr val="D9D9D9"/>
                </a:solidFill>
                <a:prstDash val="solid"/>
                <a:miter lim="8000"/>
                <a:headEnd len="sm" w="sm" type="none"/>
                <a:tailEnd len="sm" w="sm" type="none"/>
              </a:ln>
            </p:spPr>
          </p:cxnSp>
          <p:cxnSp>
            <p:nvCxnSpPr>
              <p:cNvPr id="60" name="Google Shape;60;p1"/>
              <p:cNvCxnSpPr/>
              <p:nvPr/>
            </p:nvCxnSpPr>
            <p:spPr>
              <a:xfrm flipH="1" rot="10800000">
                <a:off x="11205000" y="5864400"/>
                <a:ext cx="987480" cy="993960"/>
              </a:xfrm>
              <a:prstGeom prst="straightConnector1">
                <a:avLst/>
              </a:prstGeom>
              <a:noFill/>
              <a:ln cap="flat" cmpd="sng" w="9525">
                <a:solidFill>
                  <a:srgbClr val="D9D9D9"/>
                </a:solidFill>
                <a:prstDash val="solid"/>
                <a:miter lim="8000"/>
                <a:headEnd len="sm" w="sm" type="none"/>
                <a:tailEnd len="sm" w="sm" type="none"/>
              </a:ln>
            </p:spPr>
          </p:cxnSp>
        </p:grpSp>
      </p:grpSp>
      <p:sp>
        <p:nvSpPr>
          <p:cNvPr id="61" name="Google Shape;61;p1"/>
          <p:cNvSpPr txBox="1"/>
          <p:nvPr>
            <p:ph idx="11" type="ftr"/>
          </p:nvPr>
        </p:nvSpPr>
        <p:spPr>
          <a:xfrm>
            <a:off x="609480" y="6289560"/>
            <a:ext cx="6127920" cy="222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2" name="Google Shape;62;p1"/>
          <p:cNvSpPr txBox="1"/>
          <p:nvPr>
            <p:ph idx="10" type="dt"/>
          </p:nvPr>
        </p:nvSpPr>
        <p:spPr>
          <a:xfrm>
            <a:off x="9294120" y="6289560"/>
            <a:ext cx="965880" cy="222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 name="Google Shape;63;p1"/>
          <p:cNvSpPr txBox="1"/>
          <p:nvPr>
            <p:ph idx="12" type="sldNum"/>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100" u="none" cap="none" strike="noStrike">
                <a:solidFill>
                  <a:srgbClr val="424342"/>
                </a:solidFill>
                <a:latin typeface="Arial"/>
                <a:ea typeface="Arial"/>
                <a:cs typeface="Arial"/>
                <a:sym typeface="Arial"/>
              </a:defRPr>
            </a:lvl1pPr>
            <a:lvl2pPr indent="0" lvl="1" marL="0" marR="0" rtl="0" algn="r">
              <a:lnSpc>
                <a:spcPct val="100000"/>
              </a:lnSpc>
              <a:spcBef>
                <a:spcPts val="0"/>
              </a:spcBef>
              <a:buNone/>
              <a:defRPr b="0" i="0" sz="1100" u="none" cap="none" strike="noStrike">
                <a:solidFill>
                  <a:srgbClr val="424342"/>
                </a:solidFill>
                <a:latin typeface="Arial"/>
                <a:ea typeface="Arial"/>
                <a:cs typeface="Arial"/>
                <a:sym typeface="Arial"/>
              </a:defRPr>
            </a:lvl2pPr>
            <a:lvl3pPr indent="0" lvl="2" marL="0" marR="0" rtl="0" algn="r">
              <a:lnSpc>
                <a:spcPct val="100000"/>
              </a:lnSpc>
              <a:spcBef>
                <a:spcPts val="0"/>
              </a:spcBef>
              <a:buNone/>
              <a:defRPr b="0" i="0" sz="1100" u="none" cap="none" strike="noStrike">
                <a:solidFill>
                  <a:srgbClr val="424342"/>
                </a:solidFill>
                <a:latin typeface="Arial"/>
                <a:ea typeface="Arial"/>
                <a:cs typeface="Arial"/>
                <a:sym typeface="Arial"/>
              </a:defRPr>
            </a:lvl3pPr>
            <a:lvl4pPr indent="0" lvl="3" marL="0" marR="0" rtl="0" algn="r">
              <a:lnSpc>
                <a:spcPct val="100000"/>
              </a:lnSpc>
              <a:spcBef>
                <a:spcPts val="0"/>
              </a:spcBef>
              <a:buNone/>
              <a:defRPr b="0" i="0" sz="1100" u="none" cap="none" strike="noStrike">
                <a:solidFill>
                  <a:srgbClr val="424342"/>
                </a:solidFill>
                <a:latin typeface="Arial"/>
                <a:ea typeface="Arial"/>
                <a:cs typeface="Arial"/>
                <a:sym typeface="Arial"/>
              </a:defRPr>
            </a:lvl4pPr>
            <a:lvl5pPr indent="0" lvl="4" marL="0" marR="0" rtl="0" algn="r">
              <a:lnSpc>
                <a:spcPct val="100000"/>
              </a:lnSpc>
              <a:spcBef>
                <a:spcPts val="0"/>
              </a:spcBef>
              <a:buNone/>
              <a:defRPr b="0" i="0" sz="1100" u="none" cap="none" strike="noStrike">
                <a:solidFill>
                  <a:srgbClr val="424342"/>
                </a:solidFill>
                <a:latin typeface="Arial"/>
                <a:ea typeface="Arial"/>
                <a:cs typeface="Arial"/>
                <a:sym typeface="Arial"/>
              </a:defRPr>
            </a:lvl5pPr>
            <a:lvl6pPr indent="0" lvl="5" marL="0" marR="0" rtl="0" algn="r">
              <a:lnSpc>
                <a:spcPct val="100000"/>
              </a:lnSpc>
              <a:spcBef>
                <a:spcPts val="0"/>
              </a:spcBef>
              <a:buNone/>
              <a:defRPr b="0" i="0" sz="1100" u="none" cap="none" strike="noStrike">
                <a:solidFill>
                  <a:srgbClr val="424342"/>
                </a:solidFill>
                <a:latin typeface="Arial"/>
                <a:ea typeface="Arial"/>
                <a:cs typeface="Arial"/>
                <a:sym typeface="Arial"/>
              </a:defRPr>
            </a:lvl6pPr>
            <a:lvl7pPr indent="0" lvl="6" marL="0" marR="0" rtl="0" algn="r">
              <a:lnSpc>
                <a:spcPct val="100000"/>
              </a:lnSpc>
              <a:spcBef>
                <a:spcPts val="0"/>
              </a:spcBef>
              <a:buNone/>
              <a:defRPr b="0" i="0" sz="1100" u="none" cap="none" strike="noStrike">
                <a:solidFill>
                  <a:srgbClr val="424342"/>
                </a:solidFill>
                <a:latin typeface="Arial"/>
                <a:ea typeface="Arial"/>
                <a:cs typeface="Arial"/>
                <a:sym typeface="Arial"/>
              </a:defRPr>
            </a:lvl7pPr>
            <a:lvl8pPr indent="0" lvl="7" marL="0" marR="0" rtl="0" algn="r">
              <a:lnSpc>
                <a:spcPct val="100000"/>
              </a:lnSpc>
              <a:spcBef>
                <a:spcPts val="0"/>
              </a:spcBef>
              <a:buNone/>
              <a:defRPr b="0" i="0" sz="1100" u="none" cap="none" strike="noStrike">
                <a:solidFill>
                  <a:srgbClr val="424342"/>
                </a:solidFill>
                <a:latin typeface="Arial"/>
                <a:ea typeface="Arial"/>
                <a:cs typeface="Arial"/>
                <a:sym typeface="Arial"/>
              </a:defRPr>
            </a:lvl8pPr>
            <a:lvl9pPr indent="0" lvl="8" marL="0" marR="0" rtl="0" algn="r">
              <a:lnSpc>
                <a:spcPct val="100000"/>
              </a:lnSpc>
              <a:spcBef>
                <a:spcPts val="0"/>
              </a:spcBef>
              <a:buNone/>
              <a:defRPr b="0" i="0" sz="1100" u="none" cap="none" strike="noStrike">
                <a:solidFill>
                  <a:srgbClr val="42434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solidFill>
                <a:srgbClr val="000000"/>
              </a:solidFill>
              <a:latin typeface="Times New Roman"/>
              <a:ea typeface="Times New Roman"/>
              <a:cs typeface="Times New Roman"/>
              <a:sym typeface="Times New Roman"/>
            </a:endParaRPr>
          </a:p>
        </p:txBody>
      </p:sp>
      <p:sp>
        <p:nvSpPr>
          <p:cNvPr id="64" name="Google Shape;64;p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grpSp>
        <p:nvGrpSpPr>
          <p:cNvPr id="115" name="Google Shape;115;p14"/>
          <p:cNvGrpSpPr/>
          <p:nvPr/>
        </p:nvGrpSpPr>
        <p:grpSpPr>
          <a:xfrm>
            <a:off x="0" y="-195840"/>
            <a:ext cx="12192480" cy="6858360"/>
            <a:chOff x="0" y="-195840"/>
            <a:chExt cx="12192480" cy="6858360"/>
          </a:xfrm>
        </p:grpSpPr>
        <p:cxnSp>
          <p:nvCxnSpPr>
            <p:cNvPr id="116" name="Google Shape;116;p14"/>
            <p:cNvCxnSpPr/>
            <p:nvPr/>
          </p:nvCxnSpPr>
          <p:spPr>
            <a:xfrm>
              <a:off x="61020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17" name="Google Shape;117;p14"/>
            <p:cNvCxnSpPr/>
            <p:nvPr/>
          </p:nvCxnSpPr>
          <p:spPr>
            <a:xfrm>
              <a:off x="182916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18" name="Google Shape;118;p14"/>
            <p:cNvCxnSpPr/>
            <p:nvPr/>
          </p:nvCxnSpPr>
          <p:spPr>
            <a:xfrm>
              <a:off x="304848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19" name="Google Shape;119;p14"/>
            <p:cNvCxnSpPr/>
            <p:nvPr/>
          </p:nvCxnSpPr>
          <p:spPr>
            <a:xfrm>
              <a:off x="426744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0" name="Google Shape;120;p14"/>
            <p:cNvCxnSpPr/>
            <p:nvPr/>
          </p:nvCxnSpPr>
          <p:spPr>
            <a:xfrm>
              <a:off x="548676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1" name="Google Shape;121;p14"/>
            <p:cNvCxnSpPr/>
            <p:nvPr/>
          </p:nvCxnSpPr>
          <p:spPr>
            <a:xfrm>
              <a:off x="670572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2" name="Google Shape;122;p14"/>
            <p:cNvCxnSpPr/>
            <p:nvPr/>
          </p:nvCxnSpPr>
          <p:spPr>
            <a:xfrm>
              <a:off x="792504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3" name="Google Shape;123;p14"/>
            <p:cNvCxnSpPr/>
            <p:nvPr/>
          </p:nvCxnSpPr>
          <p:spPr>
            <a:xfrm>
              <a:off x="914400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4" name="Google Shape;124;p14"/>
            <p:cNvCxnSpPr/>
            <p:nvPr/>
          </p:nvCxnSpPr>
          <p:spPr>
            <a:xfrm>
              <a:off x="1036332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5" name="Google Shape;125;p14"/>
            <p:cNvCxnSpPr/>
            <p:nvPr/>
          </p:nvCxnSpPr>
          <p:spPr>
            <a:xfrm>
              <a:off x="1158228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126" name="Google Shape;126;p14"/>
            <p:cNvCxnSpPr/>
            <p:nvPr/>
          </p:nvCxnSpPr>
          <p:spPr>
            <a:xfrm>
              <a:off x="2880" y="19044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127" name="Google Shape;127;p14"/>
            <p:cNvCxnSpPr/>
            <p:nvPr/>
          </p:nvCxnSpPr>
          <p:spPr>
            <a:xfrm>
              <a:off x="2880" y="141516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128" name="Google Shape;128;p14"/>
            <p:cNvCxnSpPr/>
            <p:nvPr/>
          </p:nvCxnSpPr>
          <p:spPr>
            <a:xfrm>
              <a:off x="2880" y="263988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129" name="Google Shape;129;p14"/>
            <p:cNvCxnSpPr/>
            <p:nvPr/>
          </p:nvCxnSpPr>
          <p:spPr>
            <a:xfrm>
              <a:off x="2880" y="386460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130" name="Google Shape;130;p14"/>
            <p:cNvCxnSpPr/>
            <p:nvPr/>
          </p:nvCxnSpPr>
          <p:spPr>
            <a:xfrm>
              <a:off x="2880" y="508932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131" name="Google Shape;131;p14"/>
            <p:cNvCxnSpPr/>
            <p:nvPr/>
          </p:nvCxnSpPr>
          <p:spPr>
            <a:xfrm>
              <a:off x="2880" y="6314040"/>
              <a:ext cx="12189240" cy="360"/>
            </a:xfrm>
            <a:prstGeom prst="straightConnector1">
              <a:avLst/>
            </a:prstGeom>
            <a:noFill/>
            <a:ln cap="flat" cmpd="sng" w="9525">
              <a:solidFill>
                <a:srgbClr val="D9D9D9"/>
              </a:solidFill>
              <a:prstDash val="solid"/>
              <a:miter lim="8000"/>
              <a:headEnd len="sm" w="sm" type="none"/>
              <a:tailEnd len="sm" w="sm" type="none"/>
            </a:ln>
          </p:spPr>
        </p:cxnSp>
        <p:grpSp>
          <p:nvGrpSpPr>
            <p:cNvPr id="132" name="Google Shape;132;p14"/>
            <p:cNvGrpSpPr/>
            <p:nvPr/>
          </p:nvGrpSpPr>
          <p:grpSpPr>
            <a:xfrm>
              <a:off x="0" y="-195840"/>
              <a:ext cx="12192480" cy="6858360"/>
              <a:chOff x="0" y="-195840"/>
              <a:chExt cx="12192480" cy="6858360"/>
            </a:xfrm>
          </p:grpSpPr>
          <p:cxnSp>
            <p:nvCxnSpPr>
              <p:cNvPr id="133" name="Google Shape;133;p14"/>
              <p:cNvCxnSpPr/>
              <p:nvPr/>
            </p:nvCxnSpPr>
            <p:spPr>
              <a:xfrm>
                <a:off x="22536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134" name="Google Shape;134;p14"/>
              <p:cNvCxnSpPr/>
              <p:nvPr/>
            </p:nvCxnSpPr>
            <p:spPr>
              <a:xfrm>
                <a:off x="1449000" y="-19584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135" name="Google Shape;135;p14"/>
              <p:cNvCxnSpPr/>
              <p:nvPr/>
            </p:nvCxnSpPr>
            <p:spPr>
              <a:xfrm>
                <a:off x="2665800" y="-19584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136" name="Google Shape;136;p14"/>
              <p:cNvCxnSpPr/>
              <p:nvPr/>
            </p:nvCxnSpPr>
            <p:spPr>
              <a:xfrm>
                <a:off x="388512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137" name="Google Shape;137;p14"/>
              <p:cNvCxnSpPr/>
              <p:nvPr/>
            </p:nvCxnSpPr>
            <p:spPr>
              <a:xfrm>
                <a:off x="5106600" y="-19584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138" name="Google Shape;138;p14"/>
              <p:cNvGrpSpPr/>
              <p:nvPr/>
            </p:nvGrpSpPr>
            <p:grpSpPr>
              <a:xfrm>
                <a:off x="6327720" y="-195840"/>
                <a:ext cx="5864760" cy="5898960"/>
                <a:chOff x="6327720" y="-195840"/>
                <a:chExt cx="5864760" cy="5898960"/>
              </a:xfrm>
            </p:grpSpPr>
            <p:cxnSp>
              <p:nvCxnSpPr>
                <p:cNvPr id="139" name="Google Shape;139;p14"/>
                <p:cNvCxnSpPr/>
                <p:nvPr/>
              </p:nvCxnSpPr>
              <p:spPr>
                <a:xfrm>
                  <a:off x="6327720" y="-195840"/>
                  <a:ext cx="5864760" cy="5898960"/>
                </a:xfrm>
                <a:prstGeom prst="straightConnector1">
                  <a:avLst/>
                </a:prstGeom>
                <a:noFill/>
                <a:ln cap="flat" cmpd="sng" w="9525">
                  <a:solidFill>
                    <a:srgbClr val="D9D9D9"/>
                  </a:solidFill>
                  <a:prstDash val="solid"/>
                  <a:miter lim="8000"/>
                  <a:headEnd len="sm" w="sm" type="none"/>
                  <a:tailEnd len="sm" w="sm" type="none"/>
                </a:ln>
              </p:spPr>
            </p:cxnSp>
            <p:cxnSp>
              <p:nvCxnSpPr>
                <p:cNvPr id="140" name="Google Shape;140;p14"/>
                <p:cNvCxnSpPr/>
                <p:nvPr/>
              </p:nvCxnSpPr>
              <p:spPr>
                <a:xfrm>
                  <a:off x="7549200" y="-195840"/>
                  <a:ext cx="4643280" cy="4672800"/>
                </a:xfrm>
                <a:prstGeom prst="straightConnector1">
                  <a:avLst/>
                </a:prstGeom>
                <a:noFill/>
                <a:ln cap="flat" cmpd="sng" w="9525">
                  <a:solidFill>
                    <a:srgbClr val="D9D9D9"/>
                  </a:solidFill>
                  <a:prstDash val="solid"/>
                  <a:miter lim="8000"/>
                  <a:headEnd len="sm" w="sm" type="none"/>
                  <a:tailEnd len="sm" w="sm" type="none"/>
                </a:ln>
              </p:spPr>
            </p:cxnSp>
            <p:cxnSp>
              <p:nvCxnSpPr>
                <p:cNvPr id="141" name="Google Shape;141;p14"/>
                <p:cNvCxnSpPr/>
                <p:nvPr/>
              </p:nvCxnSpPr>
              <p:spPr>
                <a:xfrm>
                  <a:off x="8772840" y="-195840"/>
                  <a:ext cx="3419640" cy="3457080"/>
                </a:xfrm>
                <a:prstGeom prst="straightConnector1">
                  <a:avLst/>
                </a:prstGeom>
                <a:noFill/>
                <a:ln cap="flat" cmpd="sng" w="9525">
                  <a:solidFill>
                    <a:srgbClr val="D9D9D9"/>
                  </a:solidFill>
                  <a:prstDash val="solid"/>
                  <a:miter lim="8000"/>
                  <a:headEnd len="sm" w="sm" type="none"/>
                  <a:tailEnd len="sm" w="sm" type="none"/>
                </a:ln>
              </p:spPr>
            </p:cxnSp>
            <p:cxnSp>
              <p:nvCxnSpPr>
                <p:cNvPr id="142" name="Google Shape;142;p14"/>
                <p:cNvCxnSpPr/>
                <p:nvPr/>
              </p:nvCxnSpPr>
              <p:spPr>
                <a:xfrm>
                  <a:off x="9982080" y="-195840"/>
                  <a:ext cx="2210400" cy="2226600"/>
                </a:xfrm>
                <a:prstGeom prst="straightConnector1">
                  <a:avLst/>
                </a:prstGeom>
                <a:noFill/>
                <a:ln cap="flat" cmpd="sng" w="9525">
                  <a:solidFill>
                    <a:srgbClr val="D9D9D9"/>
                  </a:solidFill>
                  <a:prstDash val="solid"/>
                  <a:miter lim="8000"/>
                  <a:headEnd len="sm" w="sm" type="none"/>
                  <a:tailEnd len="sm" w="sm" type="none"/>
                </a:ln>
              </p:spPr>
            </p:cxnSp>
            <p:cxnSp>
              <p:nvCxnSpPr>
                <p:cNvPr id="143" name="Google Shape;143;p14"/>
                <p:cNvCxnSpPr/>
                <p:nvPr/>
              </p:nvCxnSpPr>
              <p:spPr>
                <a:xfrm>
                  <a:off x="11198880" y="-195840"/>
                  <a:ext cx="993600" cy="1002600"/>
                </a:xfrm>
                <a:prstGeom prst="straightConnector1">
                  <a:avLst/>
                </a:prstGeom>
                <a:noFill/>
                <a:ln cap="flat" cmpd="sng" w="9525">
                  <a:solidFill>
                    <a:srgbClr val="D9D9D9"/>
                  </a:solidFill>
                  <a:prstDash val="solid"/>
                  <a:miter lim="8000"/>
                  <a:headEnd len="sm" w="sm" type="none"/>
                  <a:tailEnd len="sm" w="sm" type="none"/>
                </a:ln>
              </p:spPr>
            </p:cxnSp>
          </p:grpSp>
          <p:cxnSp>
            <p:nvCxnSpPr>
              <p:cNvPr id="144" name="Google Shape;144;p14"/>
              <p:cNvCxnSpPr/>
              <p:nvPr/>
            </p:nvCxnSpPr>
            <p:spPr>
              <a:xfrm rot="10800000">
                <a:off x="0" y="81612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145" name="Google Shape;145;p14"/>
              <p:cNvCxnSpPr/>
              <p:nvPr/>
            </p:nvCxnSpPr>
            <p:spPr>
              <a:xfrm rot="10800000">
                <a:off x="0" y="203148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146" name="Google Shape;146;p14"/>
              <p:cNvCxnSpPr/>
              <p:nvPr/>
            </p:nvCxnSpPr>
            <p:spPr>
              <a:xfrm rot="10800000">
                <a:off x="0" y="3236040"/>
                <a:ext cx="3398760" cy="3426480"/>
              </a:xfrm>
              <a:prstGeom prst="straightConnector1">
                <a:avLst/>
              </a:prstGeom>
              <a:noFill/>
              <a:ln cap="flat" cmpd="sng" w="9525">
                <a:solidFill>
                  <a:srgbClr val="D9D9D9"/>
                </a:solidFill>
                <a:prstDash val="solid"/>
                <a:miter lim="8000"/>
                <a:headEnd len="sm" w="sm" type="none"/>
                <a:tailEnd len="sm" w="sm" type="none"/>
              </a:ln>
            </p:spPr>
          </p:cxnSp>
          <p:cxnSp>
            <p:nvCxnSpPr>
              <p:cNvPr id="147" name="Google Shape;147;p14"/>
              <p:cNvCxnSpPr/>
              <p:nvPr/>
            </p:nvCxnSpPr>
            <p:spPr>
              <a:xfrm rot="10800000">
                <a:off x="0" y="4455360"/>
                <a:ext cx="2196720" cy="2207160"/>
              </a:xfrm>
              <a:prstGeom prst="straightConnector1">
                <a:avLst/>
              </a:prstGeom>
              <a:noFill/>
              <a:ln cap="flat" cmpd="sng" w="9525">
                <a:solidFill>
                  <a:srgbClr val="D9D9D9"/>
                </a:solidFill>
                <a:prstDash val="solid"/>
                <a:miter lim="8000"/>
                <a:headEnd len="sm" w="sm" type="none"/>
                <a:tailEnd len="sm" w="sm" type="none"/>
              </a:ln>
            </p:spPr>
          </p:cxnSp>
          <p:cxnSp>
            <p:nvCxnSpPr>
              <p:cNvPr id="148" name="Google Shape;148;p14"/>
              <p:cNvCxnSpPr/>
              <p:nvPr/>
            </p:nvCxnSpPr>
            <p:spPr>
              <a:xfrm rot="10800000">
                <a:off x="0" y="5668560"/>
                <a:ext cx="987480" cy="993960"/>
              </a:xfrm>
              <a:prstGeom prst="straightConnector1">
                <a:avLst/>
              </a:prstGeom>
              <a:noFill/>
              <a:ln cap="flat" cmpd="sng" w="9525">
                <a:solidFill>
                  <a:srgbClr val="D9D9D9"/>
                </a:solidFill>
                <a:prstDash val="solid"/>
                <a:miter lim="8000"/>
                <a:headEnd len="sm" w="sm" type="none"/>
                <a:tailEnd len="sm" w="sm" type="none"/>
              </a:ln>
            </p:spPr>
          </p:cxnSp>
        </p:grpSp>
        <p:grpSp>
          <p:nvGrpSpPr>
            <p:cNvPr id="149" name="Google Shape;149;p14"/>
            <p:cNvGrpSpPr/>
            <p:nvPr/>
          </p:nvGrpSpPr>
          <p:grpSpPr>
            <a:xfrm>
              <a:off x="0" y="-195840"/>
              <a:ext cx="12192480" cy="6858360"/>
              <a:chOff x="0" y="-195840"/>
              <a:chExt cx="12192480" cy="6858360"/>
            </a:xfrm>
          </p:grpSpPr>
          <p:cxnSp>
            <p:nvCxnSpPr>
              <p:cNvPr id="150" name="Google Shape;150;p14"/>
              <p:cNvCxnSpPr/>
              <p:nvPr/>
            </p:nvCxnSpPr>
            <p:spPr>
              <a:xfrm flipH="1">
                <a:off x="515052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151" name="Google Shape;151;p14"/>
              <p:cNvCxnSpPr/>
              <p:nvPr/>
            </p:nvCxnSpPr>
            <p:spPr>
              <a:xfrm flipH="1">
                <a:off x="392688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152" name="Google Shape;152;p14"/>
              <p:cNvCxnSpPr/>
              <p:nvPr/>
            </p:nvCxnSpPr>
            <p:spPr>
              <a:xfrm flipH="1">
                <a:off x="271008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153" name="Google Shape;153;p14"/>
              <p:cNvCxnSpPr/>
              <p:nvPr/>
            </p:nvCxnSpPr>
            <p:spPr>
              <a:xfrm flipH="1">
                <a:off x="149112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154" name="Google Shape;154;p14"/>
              <p:cNvCxnSpPr/>
              <p:nvPr/>
            </p:nvCxnSpPr>
            <p:spPr>
              <a:xfrm flipH="1">
                <a:off x="269640" y="-19584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155" name="Google Shape;155;p14"/>
              <p:cNvGrpSpPr/>
              <p:nvPr/>
            </p:nvGrpSpPr>
            <p:grpSpPr>
              <a:xfrm>
                <a:off x="0" y="-195840"/>
                <a:ext cx="5864400" cy="5898960"/>
                <a:chOff x="0" y="-195840"/>
                <a:chExt cx="5864400" cy="5898960"/>
              </a:xfrm>
            </p:grpSpPr>
            <p:cxnSp>
              <p:nvCxnSpPr>
                <p:cNvPr id="156" name="Google Shape;156;p14"/>
                <p:cNvCxnSpPr/>
                <p:nvPr/>
              </p:nvCxnSpPr>
              <p:spPr>
                <a:xfrm flipH="1">
                  <a:off x="0" y="-195840"/>
                  <a:ext cx="5864400" cy="5898960"/>
                </a:xfrm>
                <a:prstGeom prst="straightConnector1">
                  <a:avLst/>
                </a:prstGeom>
                <a:noFill/>
                <a:ln cap="flat" cmpd="sng" w="9525">
                  <a:solidFill>
                    <a:srgbClr val="D9D9D9"/>
                  </a:solidFill>
                  <a:prstDash val="solid"/>
                  <a:miter lim="8000"/>
                  <a:headEnd len="sm" w="sm" type="none"/>
                  <a:tailEnd len="sm" w="sm" type="none"/>
                </a:ln>
              </p:spPr>
            </p:cxnSp>
            <p:cxnSp>
              <p:nvCxnSpPr>
                <p:cNvPr id="157" name="Google Shape;157;p14"/>
                <p:cNvCxnSpPr/>
                <p:nvPr/>
              </p:nvCxnSpPr>
              <p:spPr>
                <a:xfrm flipH="1">
                  <a:off x="0" y="-195840"/>
                  <a:ext cx="4642920" cy="4672800"/>
                </a:xfrm>
                <a:prstGeom prst="straightConnector1">
                  <a:avLst/>
                </a:prstGeom>
                <a:noFill/>
                <a:ln cap="flat" cmpd="sng" w="9525">
                  <a:solidFill>
                    <a:srgbClr val="D9D9D9"/>
                  </a:solidFill>
                  <a:prstDash val="solid"/>
                  <a:miter lim="8000"/>
                  <a:headEnd len="sm" w="sm" type="none"/>
                  <a:tailEnd len="sm" w="sm" type="none"/>
                </a:ln>
              </p:spPr>
            </p:cxnSp>
            <p:cxnSp>
              <p:nvCxnSpPr>
                <p:cNvPr id="158" name="Google Shape;158;p14"/>
                <p:cNvCxnSpPr/>
                <p:nvPr/>
              </p:nvCxnSpPr>
              <p:spPr>
                <a:xfrm flipH="1">
                  <a:off x="0" y="-195840"/>
                  <a:ext cx="3419280" cy="3457080"/>
                </a:xfrm>
                <a:prstGeom prst="straightConnector1">
                  <a:avLst/>
                </a:prstGeom>
                <a:noFill/>
                <a:ln cap="flat" cmpd="sng" w="9525">
                  <a:solidFill>
                    <a:srgbClr val="D9D9D9"/>
                  </a:solidFill>
                  <a:prstDash val="solid"/>
                  <a:miter lim="8000"/>
                  <a:headEnd len="sm" w="sm" type="none"/>
                  <a:tailEnd len="sm" w="sm" type="none"/>
                </a:ln>
              </p:spPr>
            </p:cxnSp>
            <p:cxnSp>
              <p:nvCxnSpPr>
                <p:cNvPr id="159" name="Google Shape;159;p14"/>
                <p:cNvCxnSpPr/>
                <p:nvPr/>
              </p:nvCxnSpPr>
              <p:spPr>
                <a:xfrm flipH="1">
                  <a:off x="0" y="-195840"/>
                  <a:ext cx="2210040" cy="2226600"/>
                </a:xfrm>
                <a:prstGeom prst="straightConnector1">
                  <a:avLst/>
                </a:prstGeom>
                <a:noFill/>
                <a:ln cap="flat" cmpd="sng" w="9525">
                  <a:solidFill>
                    <a:srgbClr val="D9D9D9"/>
                  </a:solidFill>
                  <a:prstDash val="solid"/>
                  <a:miter lim="8000"/>
                  <a:headEnd len="sm" w="sm" type="none"/>
                  <a:tailEnd len="sm" w="sm" type="none"/>
                </a:ln>
              </p:spPr>
            </p:cxnSp>
            <p:cxnSp>
              <p:nvCxnSpPr>
                <p:cNvPr id="160" name="Google Shape;160;p14"/>
                <p:cNvCxnSpPr/>
                <p:nvPr/>
              </p:nvCxnSpPr>
              <p:spPr>
                <a:xfrm flipH="1">
                  <a:off x="0" y="-195840"/>
                  <a:ext cx="993240" cy="1002600"/>
                </a:xfrm>
                <a:prstGeom prst="straightConnector1">
                  <a:avLst/>
                </a:prstGeom>
                <a:noFill/>
                <a:ln cap="flat" cmpd="sng" w="9525">
                  <a:solidFill>
                    <a:srgbClr val="D9D9D9"/>
                  </a:solidFill>
                  <a:prstDash val="solid"/>
                  <a:miter lim="8000"/>
                  <a:headEnd len="sm" w="sm" type="none"/>
                  <a:tailEnd len="sm" w="sm" type="none"/>
                </a:ln>
              </p:spPr>
            </p:cxnSp>
          </p:grpSp>
          <p:cxnSp>
            <p:nvCxnSpPr>
              <p:cNvPr id="161" name="Google Shape;161;p14"/>
              <p:cNvCxnSpPr/>
              <p:nvPr/>
            </p:nvCxnSpPr>
            <p:spPr>
              <a:xfrm flipH="1" rot="10800000">
                <a:off x="6363360" y="81612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162" name="Google Shape;162;p14"/>
              <p:cNvCxnSpPr/>
              <p:nvPr/>
            </p:nvCxnSpPr>
            <p:spPr>
              <a:xfrm flipH="1" rot="10800000">
                <a:off x="7577280" y="203148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163" name="Google Shape;163;p14"/>
              <p:cNvCxnSpPr/>
              <p:nvPr/>
            </p:nvCxnSpPr>
            <p:spPr>
              <a:xfrm flipH="1" rot="10800000">
                <a:off x="8793720" y="3236040"/>
                <a:ext cx="3398760" cy="3426480"/>
              </a:xfrm>
              <a:prstGeom prst="straightConnector1">
                <a:avLst/>
              </a:prstGeom>
              <a:noFill/>
              <a:ln cap="flat" cmpd="sng" w="9525">
                <a:solidFill>
                  <a:srgbClr val="D9D9D9"/>
                </a:solidFill>
                <a:prstDash val="solid"/>
                <a:miter lim="8000"/>
                <a:headEnd len="sm" w="sm" type="none"/>
                <a:tailEnd len="sm" w="sm" type="none"/>
              </a:ln>
            </p:spPr>
          </p:cxnSp>
          <p:cxnSp>
            <p:nvCxnSpPr>
              <p:cNvPr id="164" name="Google Shape;164;p14"/>
              <p:cNvCxnSpPr/>
              <p:nvPr/>
            </p:nvCxnSpPr>
            <p:spPr>
              <a:xfrm flipH="1" rot="10800000">
                <a:off x="9995400" y="4455360"/>
                <a:ext cx="2197080" cy="2207160"/>
              </a:xfrm>
              <a:prstGeom prst="straightConnector1">
                <a:avLst/>
              </a:prstGeom>
              <a:noFill/>
              <a:ln cap="flat" cmpd="sng" w="9525">
                <a:solidFill>
                  <a:srgbClr val="D9D9D9"/>
                </a:solidFill>
                <a:prstDash val="solid"/>
                <a:miter lim="8000"/>
                <a:headEnd len="sm" w="sm" type="none"/>
                <a:tailEnd len="sm" w="sm" type="none"/>
              </a:ln>
            </p:spPr>
          </p:cxnSp>
          <p:cxnSp>
            <p:nvCxnSpPr>
              <p:cNvPr id="165" name="Google Shape;165;p14"/>
              <p:cNvCxnSpPr/>
              <p:nvPr/>
            </p:nvCxnSpPr>
            <p:spPr>
              <a:xfrm flipH="1" rot="10800000">
                <a:off x="11205000" y="5668560"/>
                <a:ext cx="987480" cy="993960"/>
              </a:xfrm>
              <a:prstGeom prst="straightConnector1">
                <a:avLst/>
              </a:prstGeom>
              <a:noFill/>
              <a:ln cap="flat" cmpd="sng" w="9525">
                <a:solidFill>
                  <a:srgbClr val="D9D9D9"/>
                </a:solidFill>
                <a:prstDash val="solid"/>
                <a:miter lim="8000"/>
                <a:headEnd len="sm" w="sm" type="none"/>
                <a:tailEnd len="sm" w="sm" type="none"/>
              </a:ln>
            </p:spPr>
          </p:cxnSp>
        </p:grpSp>
      </p:grpSp>
      <p:sp>
        <p:nvSpPr>
          <p:cNvPr id="166" name="Google Shape;166;p14"/>
          <p:cNvSpPr txBox="1"/>
          <p:nvPr>
            <p:ph type="title"/>
          </p:nvPr>
        </p:nvSpPr>
        <p:spPr>
          <a:xfrm>
            <a:off x="1295280" y="504000"/>
            <a:ext cx="9601200" cy="114228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7" name="Google Shape;167;p14"/>
          <p:cNvSpPr txBox="1"/>
          <p:nvPr>
            <p:ph idx="1" type="body"/>
          </p:nvPr>
        </p:nvSpPr>
        <p:spPr>
          <a:xfrm>
            <a:off x="1295280" y="1981080"/>
            <a:ext cx="9601200" cy="380988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168" name="Google Shape;168;p14"/>
          <p:cNvCxnSpPr/>
          <p:nvPr/>
        </p:nvCxnSpPr>
        <p:spPr>
          <a:xfrm>
            <a:off x="609480" y="6172200"/>
            <a:ext cx="10973160" cy="360"/>
          </a:xfrm>
          <a:prstGeom prst="straightConnector1">
            <a:avLst/>
          </a:prstGeom>
          <a:noFill/>
          <a:ln cap="flat" cmpd="sng" w="12600">
            <a:solidFill>
              <a:srgbClr val="A43F27"/>
            </a:solidFill>
            <a:prstDash val="solid"/>
            <a:miter lim="8000"/>
            <a:headEnd len="sm" w="sm" type="none"/>
            <a:tailEnd len="sm" w="sm" type="none"/>
          </a:ln>
        </p:spPr>
      </p:cxnSp>
      <p:sp>
        <p:nvSpPr>
          <p:cNvPr id="169" name="Google Shape;169;p14"/>
          <p:cNvSpPr txBox="1"/>
          <p:nvPr>
            <p:ph idx="11" type="ftr"/>
          </p:nvPr>
        </p:nvSpPr>
        <p:spPr>
          <a:xfrm>
            <a:off x="609480" y="6289560"/>
            <a:ext cx="6127920" cy="222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0" name="Google Shape;170;p14"/>
          <p:cNvSpPr txBox="1"/>
          <p:nvPr>
            <p:ph idx="10" type="dt"/>
          </p:nvPr>
        </p:nvSpPr>
        <p:spPr>
          <a:xfrm>
            <a:off x="9294120" y="6289560"/>
            <a:ext cx="965880" cy="222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1" name="Google Shape;171;p14"/>
          <p:cNvSpPr txBox="1"/>
          <p:nvPr>
            <p:ph idx="12" type="sldNum"/>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100" u="none" cap="none" strike="noStrike">
                <a:solidFill>
                  <a:srgbClr val="424342"/>
                </a:solidFill>
                <a:latin typeface="Arial"/>
                <a:ea typeface="Arial"/>
                <a:cs typeface="Arial"/>
                <a:sym typeface="Arial"/>
              </a:defRPr>
            </a:lvl1pPr>
            <a:lvl2pPr indent="0" lvl="1" marL="0" marR="0" rtl="0" algn="r">
              <a:lnSpc>
                <a:spcPct val="100000"/>
              </a:lnSpc>
              <a:spcBef>
                <a:spcPts val="0"/>
              </a:spcBef>
              <a:buNone/>
              <a:defRPr b="0" i="0" sz="1100" u="none" cap="none" strike="noStrike">
                <a:solidFill>
                  <a:srgbClr val="424342"/>
                </a:solidFill>
                <a:latin typeface="Arial"/>
                <a:ea typeface="Arial"/>
                <a:cs typeface="Arial"/>
                <a:sym typeface="Arial"/>
              </a:defRPr>
            </a:lvl2pPr>
            <a:lvl3pPr indent="0" lvl="2" marL="0" marR="0" rtl="0" algn="r">
              <a:lnSpc>
                <a:spcPct val="100000"/>
              </a:lnSpc>
              <a:spcBef>
                <a:spcPts val="0"/>
              </a:spcBef>
              <a:buNone/>
              <a:defRPr b="0" i="0" sz="1100" u="none" cap="none" strike="noStrike">
                <a:solidFill>
                  <a:srgbClr val="424342"/>
                </a:solidFill>
                <a:latin typeface="Arial"/>
                <a:ea typeface="Arial"/>
                <a:cs typeface="Arial"/>
                <a:sym typeface="Arial"/>
              </a:defRPr>
            </a:lvl3pPr>
            <a:lvl4pPr indent="0" lvl="3" marL="0" marR="0" rtl="0" algn="r">
              <a:lnSpc>
                <a:spcPct val="100000"/>
              </a:lnSpc>
              <a:spcBef>
                <a:spcPts val="0"/>
              </a:spcBef>
              <a:buNone/>
              <a:defRPr b="0" i="0" sz="1100" u="none" cap="none" strike="noStrike">
                <a:solidFill>
                  <a:srgbClr val="424342"/>
                </a:solidFill>
                <a:latin typeface="Arial"/>
                <a:ea typeface="Arial"/>
                <a:cs typeface="Arial"/>
                <a:sym typeface="Arial"/>
              </a:defRPr>
            </a:lvl4pPr>
            <a:lvl5pPr indent="0" lvl="4" marL="0" marR="0" rtl="0" algn="r">
              <a:lnSpc>
                <a:spcPct val="100000"/>
              </a:lnSpc>
              <a:spcBef>
                <a:spcPts val="0"/>
              </a:spcBef>
              <a:buNone/>
              <a:defRPr b="0" i="0" sz="1100" u="none" cap="none" strike="noStrike">
                <a:solidFill>
                  <a:srgbClr val="424342"/>
                </a:solidFill>
                <a:latin typeface="Arial"/>
                <a:ea typeface="Arial"/>
                <a:cs typeface="Arial"/>
                <a:sym typeface="Arial"/>
              </a:defRPr>
            </a:lvl5pPr>
            <a:lvl6pPr indent="0" lvl="5" marL="0" marR="0" rtl="0" algn="r">
              <a:lnSpc>
                <a:spcPct val="100000"/>
              </a:lnSpc>
              <a:spcBef>
                <a:spcPts val="0"/>
              </a:spcBef>
              <a:buNone/>
              <a:defRPr b="0" i="0" sz="1100" u="none" cap="none" strike="noStrike">
                <a:solidFill>
                  <a:srgbClr val="424342"/>
                </a:solidFill>
                <a:latin typeface="Arial"/>
                <a:ea typeface="Arial"/>
                <a:cs typeface="Arial"/>
                <a:sym typeface="Arial"/>
              </a:defRPr>
            </a:lvl6pPr>
            <a:lvl7pPr indent="0" lvl="6" marL="0" marR="0" rtl="0" algn="r">
              <a:lnSpc>
                <a:spcPct val="100000"/>
              </a:lnSpc>
              <a:spcBef>
                <a:spcPts val="0"/>
              </a:spcBef>
              <a:buNone/>
              <a:defRPr b="0" i="0" sz="1100" u="none" cap="none" strike="noStrike">
                <a:solidFill>
                  <a:srgbClr val="424342"/>
                </a:solidFill>
                <a:latin typeface="Arial"/>
                <a:ea typeface="Arial"/>
                <a:cs typeface="Arial"/>
                <a:sym typeface="Arial"/>
              </a:defRPr>
            </a:lvl7pPr>
            <a:lvl8pPr indent="0" lvl="7" marL="0" marR="0" rtl="0" algn="r">
              <a:lnSpc>
                <a:spcPct val="100000"/>
              </a:lnSpc>
              <a:spcBef>
                <a:spcPts val="0"/>
              </a:spcBef>
              <a:buNone/>
              <a:defRPr b="0" i="0" sz="1100" u="none" cap="none" strike="noStrike">
                <a:solidFill>
                  <a:srgbClr val="424342"/>
                </a:solidFill>
                <a:latin typeface="Arial"/>
                <a:ea typeface="Arial"/>
                <a:cs typeface="Arial"/>
                <a:sym typeface="Arial"/>
              </a:defRPr>
            </a:lvl8pPr>
            <a:lvl9pPr indent="0" lvl="8" marL="0" marR="0" rtl="0" algn="r">
              <a:lnSpc>
                <a:spcPct val="100000"/>
              </a:lnSpc>
              <a:spcBef>
                <a:spcPts val="0"/>
              </a:spcBef>
              <a:buNone/>
              <a:defRPr b="0" i="0" sz="1100" u="none" cap="none" strike="noStrike">
                <a:solidFill>
                  <a:srgbClr val="42434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grpSp>
        <p:nvGrpSpPr>
          <p:cNvPr id="221" name="Google Shape;221;p27"/>
          <p:cNvGrpSpPr/>
          <p:nvPr/>
        </p:nvGrpSpPr>
        <p:grpSpPr>
          <a:xfrm>
            <a:off x="0" y="0"/>
            <a:ext cx="12192480" cy="6858360"/>
            <a:chOff x="0" y="0"/>
            <a:chExt cx="12192480" cy="6858360"/>
          </a:xfrm>
        </p:grpSpPr>
        <p:cxnSp>
          <p:nvCxnSpPr>
            <p:cNvPr id="222" name="Google Shape;222;p27"/>
            <p:cNvCxnSpPr/>
            <p:nvPr/>
          </p:nvCxnSpPr>
          <p:spPr>
            <a:xfrm>
              <a:off x="61020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3" name="Google Shape;223;p27"/>
            <p:cNvCxnSpPr/>
            <p:nvPr/>
          </p:nvCxnSpPr>
          <p:spPr>
            <a:xfrm>
              <a:off x="182916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4" name="Google Shape;224;p27"/>
            <p:cNvCxnSpPr/>
            <p:nvPr/>
          </p:nvCxnSpPr>
          <p:spPr>
            <a:xfrm>
              <a:off x="304848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5" name="Google Shape;225;p27"/>
            <p:cNvCxnSpPr/>
            <p:nvPr/>
          </p:nvCxnSpPr>
          <p:spPr>
            <a:xfrm>
              <a:off x="426744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6" name="Google Shape;226;p27"/>
            <p:cNvCxnSpPr/>
            <p:nvPr/>
          </p:nvCxnSpPr>
          <p:spPr>
            <a:xfrm>
              <a:off x="548676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7" name="Google Shape;227;p27"/>
            <p:cNvCxnSpPr/>
            <p:nvPr/>
          </p:nvCxnSpPr>
          <p:spPr>
            <a:xfrm>
              <a:off x="670572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8" name="Google Shape;228;p27"/>
            <p:cNvCxnSpPr/>
            <p:nvPr/>
          </p:nvCxnSpPr>
          <p:spPr>
            <a:xfrm>
              <a:off x="792504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29" name="Google Shape;229;p27"/>
            <p:cNvCxnSpPr/>
            <p:nvPr/>
          </p:nvCxnSpPr>
          <p:spPr>
            <a:xfrm>
              <a:off x="914400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30" name="Google Shape;230;p27"/>
            <p:cNvCxnSpPr/>
            <p:nvPr/>
          </p:nvCxnSpPr>
          <p:spPr>
            <a:xfrm>
              <a:off x="1036332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31" name="Google Shape;231;p27"/>
            <p:cNvCxnSpPr/>
            <p:nvPr/>
          </p:nvCxnSpPr>
          <p:spPr>
            <a:xfrm>
              <a:off x="11582280" y="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232" name="Google Shape;232;p27"/>
            <p:cNvCxnSpPr/>
            <p:nvPr/>
          </p:nvCxnSpPr>
          <p:spPr>
            <a:xfrm>
              <a:off x="2880" y="38664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33" name="Google Shape;233;p27"/>
            <p:cNvCxnSpPr/>
            <p:nvPr/>
          </p:nvCxnSpPr>
          <p:spPr>
            <a:xfrm>
              <a:off x="2880" y="161136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34" name="Google Shape;234;p27"/>
            <p:cNvCxnSpPr/>
            <p:nvPr/>
          </p:nvCxnSpPr>
          <p:spPr>
            <a:xfrm>
              <a:off x="2880" y="283572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35" name="Google Shape;235;p27"/>
            <p:cNvCxnSpPr/>
            <p:nvPr/>
          </p:nvCxnSpPr>
          <p:spPr>
            <a:xfrm>
              <a:off x="2880" y="406044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36" name="Google Shape;236;p27"/>
            <p:cNvCxnSpPr/>
            <p:nvPr/>
          </p:nvCxnSpPr>
          <p:spPr>
            <a:xfrm>
              <a:off x="2880" y="528516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237" name="Google Shape;237;p27"/>
            <p:cNvCxnSpPr/>
            <p:nvPr/>
          </p:nvCxnSpPr>
          <p:spPr>
            <a:xfrm>
              <a:off x="2880" y="6509880"/>
              <a:ext cx="12189240" cy="360"/>
            </a:xfrm>
            <a:prstGeom prst="straightConnector1">
              <a:avLst/>
            </a:prstGeom>
            <a:noFill/>
            <a:ln cap="flat" cmpd="sng" w="9525">
              <a:solidFill>
                <a:srgbClr val="D9D9D9"/>
              </a:solidFill>
              <a:prstDash val="solid"/>
              <a:miter lim="8000"/>
              <a:headEnd len="sm" w="sm" type="none"/>
              <a:tailEnd len="sm" w="sm" type="none"/>
            </a:ln>
          </p:spPr>
        </p:cxnSp>
        <p:grpSp>
          <p:nvGrpSpPr>
            <p:cNvPr id="238" name="Google Shape;238;p27"/>
            <p:cNvGrpSpPr/>
            <p:nvPr/>
          </p:nvGrpSpPr>
          <p:grpSpPr>
            <a:xfrm>
              <a:off x="0" y="0"/>
              <a:ext cx="12192480" cy="6858360"/>
              <a:chOff x="0" y="0"/>
              <a:chExt cx="12192480" cy="6858360"/>
            </a:xfrm>
          </p:grpSpPr>
          <p:cxnSp>
            <p:nvCxnSpPr>
              <p:cNvPr id="239" name="Google Shape;239;p27"/>
              <p:cNvCxnSpPr/>
              <p:nvPr/>
            </p:nvCxnSpPr>
            <p:spPr>
              <a:xfrm>
                <a:off x="22536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40" name="Google Shape;240;p27"/>
              <p:cNvCxnSpPr/>
              <p:nvPr/>
            </p:nvCxnSpPr>
            <p:spPr>
              <a:xfrm>
                <a:off x="1449000" y="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241" name="Google Shape;241;p27"/>
              <p:cNvCxnSpPr/>
              <p:nvPr/>
            </p:nvCxnSpPr>
            <p:spPr>
              <a:xfrm>
                <a:off x="2665800" y="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242" name="Google Shape;242;p27"/>
              <p:cNvCxnSpPr/>
              <p:nvPr/>
            </p:nvCxnSpPr>
            <p:spPr>
              <a:xfrm>
                <a:off x="388512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43" name="Google Shape;243;p27"/>
              <p:cNvCxnSpPr/>
              <p:nvPr/>
            </p:nvCxnSpPr>
            <p:spPr>
              <a:xfrm>
                <a:off x="5106600" y="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244" name="Google Shape;244;p27"/>
              <p:cNvGrpSpPr/>
              <p:nvPr/>
            </p:nvGrpSpPr>
            <p:grpSpPr>
              <a:xfrm>
                <a:off x="6327720" y="0"/>
                <a:ext cx="5864760" cy="5898960"/>
                <a:chOff x="6327720" y="0"/>
                <a:chExt cx="5864760" cy="5898960"/>
              </a:xfrm>
            </p:grpSpPr>
            <p:cxnSp>
              <p:nvCxnSpPr>
                <p:cNvPr id="245" name="Google Shape;245;p27"/>
                <p:cNvCxnSpPr/>
                <p:nvPr/>
              </p:nvCxnSpPr>
              <p:spPr>
                <a:xfrm>
                  <a:off x="6327720" y="0"/>
                  <a:ext cx="5864760" cy="5898960"/>
                </a:xfrm>
                <a:prstGeom prst="straightConnector1">
                  <a:avLst/>
                </a:prstGeom>
                <a:noFill/>
                <a:ln cap="flat" cmpd="sng" w="9525">
                  <a:solidFill>
                    <a:srgbClr val="D9D9D9"/>
                  </a:solidFill>
                  <a:prstDash val="solid"/>
                  <a:miter lim="8000"/>
                  <a:headEnd len="sm" w="sm" type="none"/>
                  <a:tailEnd len="sm" w="sm" type="none"/>
                </a:ln>
              </p:spPr>
            </p:cxnSp>
            <p:cxnSp>
              <p:nvCxnSpPr>
                <p:cNvPr id="246" name="Google Shape;246;p27"/>
                <p:cNvCxnSpPr/>
                <p:nvPr/>
              </p:nvCxnSpPr>
              <p:spPr>
                <a:xfrm>
                  <a:off x="7549200" y="0"/>
                  <a:ext cx="4643280" cy="4672800"/>
                </a:xfrm>
                <a:prstGeom prst="straightConnector1">
                  <a:avLst/>
                </a:prstGeom>
                <a:noFill/>
                <a:ln cap="flat" cmpd="sng" w="9525">
                  <a:solidFill>
                    <a:srgbClr val="D9D9D9"/>
                  </a:solidFill>
                  <a:prstDash val="solid"/>
                  <a:miter lim="8000"/>
                  <a:headEnd len="sm" w="sm" type="none"/>
                  <a:tailEnd len="sm" w="sm" type="none"/>
                </a:ln>
              </p:spPr>
            </p:cxnSp>
            <p:cxnSp>
              <p:nvCxnSpPr>
                <p:cNvPr id="247" name="Google Shape;247;p27"/>
                <p:cNvCxnSpPr/>
                <p:nvPr/>
              </p:nvCxnSpPr>
              <p:spPr>
                <a:xfrm>
                  <a:off x="8772840" y="0"/>
                  <a:ext cx="3419640" cy="3457080"/>
                </a:xfrm>
                <a:prstGeom prst="straightConnector1">
                  <a:avLst/>
                </a:prstGeom>
                <a:noFill/>
                <a:ln cap="flat" cmpd="sng" w="9525">
                  <a:solidFill>
                    <a:srgbClr val="D9D9D9"/>
                  </a:solidFill>
                  <a:prstDash val="solid"/>
                  <a:miter lim="8000"/>
                  <a:headEnd len="sm" w="sm" type="none"/>
                  <a:tailEnd len="sm" w="sm" type="none"/>
                </a:ln>
              </p:spPr>
            </p:cxnSp>
            <p:cxnSp>
              <p:nvCxnSpPr>
                <p:cNvPr id="248" name="Google Shape;248;p27"/>
                <p:cNvCxnSpPr/>
                <p:nvPr/>
              </p:nvCxnSpPr>
              <p:spPr>
                <a:xfrm>
                  <a:off x="9982080" y="0"/>
                  <a:ext cx="2210400" cy="2226960"/>
                </a:xfrm>
                <a:prstGeom prst="straightConnector1">
                  <a:avLst/>
                </a:prstGeom>
                <a:noFill/>
                <a:ln cap="flat" cmpd="sng" w="9525">
                  <a:solidFill>
                    <a:srgbClr val="D9D9D9"/>
                  </a:solidFill>
                  <a:prstDash val="solid"/>
                  <a:miter lim="8000"/>
                  <a:headEnd len="sm" w="sm" type="none"/>
                  <a:tailEnd len="sm" w="sm" type="none"/>
                </a:ln>
              </p:spPr>
            </p:cxnSp>
            <p:cxnSp>
              <p:nvCxnSpPr>
                <p:cNvPr id="249" name="Google Shape;249;p27"/>
                <p:cNvCxnSpPr/>
                <p:nvPr/>
              </p:nvCxnSpPr>
              <p:spPr>
                <a:xfrm>
                  <a:off x="11198880" y="0"/>
                  <a:ext cx="993600" cy="1002960"/>
                </a:xfrm>
                <a:prstGeom prst="straightConnector1">
                  <a:avLst/>
                </a:prstGeom>
                <a:noFill/>
                <a:ln cap="flat" cmpd="sng" w="9525">
                  <a:solidFill>
                    <a:srgbClr val="D9D9D9"/>
                  </a:solidFill>
                  <a:prstDash val="solid"/>
                  <a:miter lim="8000"/>
                  <a:headEnd len="sm" w="sm" type="none"/>
                  <a:tailEnd len="sm" w="sm" type="none"/>
                </a:ln>
              </p:spPr>
            </p:cxnSp>
          </p:grpSp>
          <p:cxnSp>
            <p:nvCxnSpPr>
              <p:cNvPr id="250" name="Google Shape;250;p27"/>
              <p:cNvCxnSpPr/>
              <p:nvPr/>
            </p:nvCxnSpPr>
            <p:spPr>
              <a:xfrm rot="10800000">
                <a:off x="0" y="101196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251" name="Google Shape;251;p27"/>
              <p:cNvCxnSpPr/>
              <p:nvPr/>
            </p:nvCxnSpPr>
            <p:spPr>
              <a:xfrm rot="10800000">
                <a:off x="0" y="222732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252" name="Google Shape;252;p27"/>
              <p:cNvCxnSpPr/>
              <p:nvPr/>
            </p:nvCxnSpPr>
            <p:spPr>
              <a:xfrm rot="10800000">
                <a:off x="0" y="3432240"/>
                <a:ext cx="3398760" cy="3426120"/>
              </a:xfrm>
              <a:prstGeom prst="straightConnector1">
                <a:avLst/>
              </a:prstGeom>
              <a:noFill/>
              <a:ln cap="flat" cmpd="sng" w="9525">
                <a:solidFill>
                  <a:srgbClr val="D9D9D9"/>
                </a:solidFill>
                <a:prstDash val="solid"/>
                <a:miter lim="8000"/>
                <a:headEnd len="sm" w="sm" type="none"/>
                <a:tailEnd len="sm" w="sm" type="none"/>
              </a:ln>
            </p:spPr>
          </p:cxnSp>
          <p:cxnSp>
            <p:nvCxnSpPr>
              <p:cNvPr id="253" name="Google Shape;253;p27"/>
              <p:cNvCxnSpPr/>
              <p:nvPr/>
            </p:nvCxnSpPr>
            <p:spPr>
              <a:xfrm rot="10800000">
                <a:off x="0" y="4651560"/>
                <a:ext cx="2196720" cy="2206800"/>
              </a:xfrm>
              <a:prstGeom prst="straightConnector1">
                <a:avLst/>
              </a:prstGeom>
              <a:noFill/>
              <a:ln cap="flat" cmpd="sng" w="9525">
                <a:solidFill>
                  <a:srgbClr val="D9D9D9"/>
                </a:solidFill>
                <a:prstDash val="solid"/>
                <a:miter lim="8000"/>
                <a:headEnd len="sm" w="sm" type="none"/>
                <a:tailEnd len="sm" w="sm" type="none"/>
              </a:ln>
            </p:spPr>
          </p:cxnSp>
          <p:cxnSp>
            <p:nvCxnSpPr>
              <p:cNvPr id="254" name="Google Shape;254;p27"/>
              <p:cNvCxnSpPr/>
              <p:nvPr/>
            </p:nvCxnSpPr>
            <p:spPr>
              <a:xfrm rot="10800000">
                <a:off x="0" y="5864400"/>
                <a:ext cx="987480" cy="993960"/>
              </a:xfrm>
              <a:prstGeom prst="straightConnector1">
                <a:avLst/>
              </a:prstGeom>
              <a:noFill/>
              <a:ln cap="flat" cmpd="sng" w="9525">
                <a:solidFill>
                  <a:srgbClr val="D9D9D9"/>
                </a:solidFill>
                <a:prstDash val="solid"/>
                <a:miter lim="8000"/>
                <a:headEnd len="sm" w="sm" type="none"/>
                <a:tailEnd len="sm" w="sm" type="none"/>
              </a:ln>
            </p:spPr>
          </p:cxnSp>
        </p:grpSp>
        <p:grpSp>
          <p:nvGrpSpPr>
            <p:cNvPr id="255" name="Google Shape;255;p27"/>
            <p:cNvGrpSpPr/>
            <p:nvPr/>
          </p:nvGrpSpPr>
          <p:grpSpPr>
            <a:xfrm>
              <a:off x="0" y="0"/>
              <a:ext cx="12192480" cy="6858360"/>
              <a:chOff x="0" y="0"/>
              <a:chExt cx="12192480" cy="6858360"/>
            </a:xfrm>
          </p:grpSpPr>
          <p:cxnSp>
            <p:nvCxnSpPr>
              <p:cNvPr id="256" name="Google Shape;256;p27"/>
              <p:cNvCxnSpPr/>
              <p:nvPr/>
            </p:nvCxnSpPr>
            <p:spPr>
              <a:xfrm flipH="1">
                <a:off x="515052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57" name="Google Shape;257;p27"/>
              <p:cNvCxnSpPr/>
              <p:nvPr/>
            </p:nvCxnSpPr>
            <p:spPr>
              <a:xfrm flipH="1">
                <a:off x="392688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58" name="Google Shape;258;p27"/>
              <p:cNvCxnSpPr/>
              <p:nvPr/>
            </p:nvCxnSpPr>
            <p:spPr>
              <a:xfrm flipH="1">
                <a:off x="271008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59" name="Google Shape;259;p27"/>
              <p:cNvCxnSpPr/>
              <p:nvPr/>
            </p:nvCxnSpPr>
            <p:spPr>
              <a:xfrm flipH="1">
                <a:off x="1491120" y="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260" name="Google Shape;260;p27"/>
              <p:cNvCxnSpPr/>
              <p:nvPr/>
            </p:nvCxnSpPr>
            <p:spPr>
              <a:xfrm flipH="1">
                <a:off x="225360" y="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261" name="Google Shape;261;p27"/>
              <p:cNvGrpSpPr/>
              <p:nvPr/>
            </p:nvGrpSpPr>
            <p:grpSpPr>
              <a:xfrm>
                <a:off x="0" y="0"/>
                <a:ext cx="5864400" cy="5898960"/>
                <a:chOff x="0" y="0"/>
                <a:chExt cx="5864400" cy="5898960"/>
              </a:xfrm>
            </p:grpSpPr>
            <p:cxnSp>
              <p:nvCxnSpPr>
                <p:cNvPr id="262" name="Google Shape;262;p27"/>
                <p:cNvCxnSpPr/>
                <p:nvPr/>
              </p:nvCxnSpPr>
              <p:spPr>
                <a:xfrm flipH="1">
                  <a:off x="0" y="0"/>
                  <a:ext cx="5864400" cy="5898960"/>
                </a:xfrm>
                <a:prstGeom prst="straightConnector1">
                  <a:avLst/>
                </a:prstGeom>
                <a:noFill/>
                <a:ln cap="flat" cmpd="sng" w="9525">
                  <a:solidFill>
                    <a:srgbClr val="D9D9D9"/>
                  </a:solidFill>
                  <a:prstDash val="solid"/>
                  <a:miter lim="8000"/>
                  <a:headEnd len="sm" w="sm" type="none"/>
                  <a:tailEnd len="sm" w="sm" type="none"/>
                </a:ln>
              </p:spPr>
            </p:cxnSp>
            <p:cxnSp>
              <p:nvCxnSpPr>
                <p:cNvPr id="263" name="Google Shape;263;p27"/>
                <p:cNvCxnSpPr/>
                <p:nvPr/>
              </p:nvCxnSpPr>
              <p:spPr>
                <a:xfrm flipH="1">
                  <a:off x="0" y="0"/>
                  <a:ext cx="4642920" cy="4672800"/>
                </a:xfrm>
                <a:prstGeom prst="straightConnector1">
                  <a:avLst/>
                </a:prstGeom>
                <a:noFill/>
                <a:ln cap="flat" cmpd="sng" w="9525">
                  <a:solidFill>
                    <a:srgbClr val="D9D9D9"/>
                  </a:solidFill>
                  <a:prstDash val="solid"/>
                  <a:miter lim="8000"/>
                  <a:headEnd len="sm" w="sm" type="none"/>
                  <a:tailEnd len="sm" w="sm" type="none"/>
                </a:ln>
              </p:spPr>
            </p:cxnSp>
            <p:cxnSp>
              <p:nvCxnSpPr>
                <p:cNvPr id="264" name="Google Shape;264;p27"/>
                <p:cNvCxnSpPr/>
                <p:nvPr/>
              </p:nvCxnSpPr>
              <p:spPr>
                <a:xfrm flipH="1">
                  <a:off x="0" y="0"/>
                  <a:ext cx="3419280" cy="3457080"/>
                </a:xfrm>
                <a:prstGeom prst="straightConnector1">
                  <a:avLst/>
                </a:prstGeom>
                <a:noFill/>
                <a:ln cap="flat" cmpd="sng" w="9525">
                  <a:solidFill>
                    <a:srgbClr val="D9D9D9"/>
                  </a:solidFill>
                  <a:prstDash val="solid"/>
                  <a:miter lim="8000"/>
                  <a:headEnd len="sm" w="sm" type="none"/>
                  <a:tailEnd len="sm" w="sm" type="none"/>
                </a:ln>
              </p:spPr>
            </p:cxnSp>
            <p:cxnSp>
              <p:nvCxnSpPr>
                <p:cNvPr id="265" name="Google Shape;265;p27"/>
                <p:cNvCxnSpPr/>
                <p:nvPr/>
              </p:nvCxnSpPr>
              <p:spPr>
                <a:xfrm flipH="1">
                  <a:off x="0" y="0"/>
                  <a:ext cx="2210040" cy="2226960"/>
                </a:xfrm>
                <a:prstGeom prst="straightConnector1">
                  <a:avLst/>
                </a:prstGeom>
                <a:noFill/>
                <a:ln cap="flat" cmpd="sng" w="9525">
                  <a:solidFill>
                    <a:srgbClr val="D9D9D9"/>
                  </a:solidFill>
                  <a:prstDash val="solid"/>
                  <a:miter lim="8000"/>
                  <a:headEnd len="sm" w="sm" type="none"/>
                  <a:tailEnd len="sm" w="sm" type="none"/>
                </a:ln>
              </p:spPr>
            </p:cxnSp>
            <p:cxnSp>
              <p:nvCxnSpPr>
                <p:cNvPr id="266" name="Google Shape;266;p27"/>
                <p:cNvCxnSpPr/>
                <p:nvPr/>
              </p:nvCxnSpPr>
              <p:spPr>
                <a:xfrm flipH="1">
                  <a:off x="0" y="0"/>
                  <a:ext cx="993240" cy="1002960"/>
                </a:xfrm>
                <a:prstGeom prst="straightConnector1">
                  <a:avLst/>
                </a:prstGeom>
                <a:noFill/>
                <a:ln cap="flat" cmpd="sng" w="9525">
                  <a:solidFill>
                    <a:srgbClr val="D9D9D9"/>
                  </a:solidFill>
                  <a:prstDash val="solid"/>
                  <a:miter lim="8000"/>
                  <a:headEnd len="sm" w="sm" type="none"/>
                  <a:tailEnd len="sm" w="sm" type="none"/>
                </a:ln>
              </p:spPr>
            </p:cxnSp>
          </p:grpSp>
          <p:cxnSp>
            <p:nvCxnSpPr>
              <p:cNvPr id="267" name="Google Shape;267;p27"/>
              <p:cNvCxnSpPr/>
              <p:nvPr/>
            </p:nvCxnSpPr>
            <p:spPr>
              <a:xfrm flipH="1" rot="10800000">
                <a:off x="6363360" y="101196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268" name="Google Shape;268;p27"/>
              <p:cNvCxnSpPr/>
              <p:nvPr/>
            </p:nvCxnSpPr>
            <p:spPr>
              <a:xfrm flipH="1" rot="10800000">
                <a:off x="7577280" y="222732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269" name="Google Shape;269;p27"/>
              <p:cNvCxnSpPr/>
              <p:nvPr/>
            </p:nvCxnSpPr>
            <p:spPr>
              <a:xfrm flipH="1" rot="10800000">
                <a:off x="8793720" y="3432240"/>
                <a:ext cx="3398760" cy="3426120"/>
              </a:xfrm>
              <a:prstGeom prst="straightConnector1">
                <a:avLst/>
              </a:prstGeom>
              <a:noFill/>
              <a:ln cap="flat" cmpd="sng" w="9525">
                <a:solidFill>
                  <a:srgbClr val="D9D9D9"/>
                </a:solidFill>
                <a:prstDash val="solid"/>
                <a:miter lim="8000"/>
                <a:headEnd len="sm" w="sm" type="none"/>
                <a:tailEnd len="sm" w="sm" type="none"/>
              </a:ln>
            </p:spPr>
          </p:cxnSp>
          <p:cxnSp>
            <p:nvCxnSpPr>
              <p:cNvPr id="270" name="Google Shape;270;p27"/>
              <p:cNvCxnSpPr/>
              <p:nvPr/>
            </p:nvCxnSpPr>
            <p:spPr>
              <a:xfrm flipH="1" rot="10800000">
                <a:off x="9995400" y="4651560"/>
                <a:ext cx="2197080" cy="2206800"/>
              </a:xfrm>
              <a:prstGeom prst="straightConnector1">
                <a:avLst/>
              </a:prstGeom>
              <a:noFill/>
              <a:ln cap="flat" cmpd="sng" w="9525">
                <a:solidFill>
                  <a:srgbClr val="D9D9D9"/>
                </a:solidFill>
                <a:prstDash val="solid"/>
                <a:miter lim="8000"/>
                <a:headEnd len="sm" w="sm" type="none"/>
                <a:tailEnd len="sm" w="sm" type="none"/>
              </a:ln>
            </p:spPr>
          </p:cxnSp>
          <p:cxnSp>
            <p:nvCxnSpPr>
              <p:cNvPr id="271" name="Google Shape;271;p27"/>
              <p:cNvCxnSpPr/>
              <p:nvPr/>
            </p:nvCxnSpPr>
            <p:spPr>
              <a:xfrm flipH="1" rot="10800000">
                <a:off x="11205000" y="5864400"/>
                <a:ext cx="987480" cy="993960"/>
              </a:xfrm>
              <a:prstGeom prst="straightConnector1">
                <a:avLst/>
              </a:prstGeom>
              <a:noFill/>
              <a:ln cap="flat" cmpd="sng" w="9525">
                <a:solidFill>
                  <a:srgbClr val="D9D9D9"/>
                </a:solidFill>
                <a:prstDash val="solid"/>
                <a:miter lim="8000"/>
                <a:headEnd len="sm" w="sm" type="none"/>
                <a:tailEnd len="sm" w="sm" type="none"/>
              </a:ln>
            </p:spPr>
          </p:cxnSp>
        </p:grpSp>
      </p:grpSp>
      <p:sp>
        <p:nvSpPr>
          <p:cNvPr id="272" name="Google Shape;272;p27"/>
          <p:cNvSpPr txBox="1"/>
          <p:nvPr>
            <p:ph type="title"/>
          </p:nvPr>
        </p:nvSpPr>
        <p:spPr>
          <a:xfrm>
            <a:off x="1293840" y="1909440"/>
            <a:ext cx="9604440" cy="338328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cxnSp>
        <p:nvCxnSpPr>
          <p:cNvPr id="273" name="Google Shape;273;p27"/>
          <p:cNvCxnSpPr/>
          <p:nvPr/>
        </p:nvCxnSpPr>
        <p:spPr>
          <a:xfrm>
            <a:off x="1295280" y="5294160"/>
            <a:ext cx="9601560" cy="360"/>
          </a:xfrm>
          <a:prstGeom prst="straightConnector1">
            <a:avLst/>
          </a:prstGeom>
          <a:noFill/>
          <a:ln cap="flat" cmpd="sng" w="12600">
            <a:solidFill>
              <a:srgbClr val="D15A3E"/>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grpSp>
        <p:nvGrpSpPr>
          <p:cNvPr id="323" name="Google Shape;323;p40"/>
          <p:cNvGrpSpPr/>
          <p:nvPr/>
        </p:nvGrpSpPr>
        <p:grpSpPr>
          <a:xfrm>
            <a:off x="0" y="-195840"/>
            <a:ext cx="12192480" cy="6858360"/>
            <a:chOff x="0" y="-195840"/>
            <a:chExt cx="12192480" cy="6858360"/>
          </a:xfrm>
        </p:grpSpPr>
        <p:cxnSp>
          <p:nvCxnSpPr>
            <p:cNvPr id="324" name="Google Shape;324;p40"/>
            <p:cNvCxnSpPr/>
            <p:nvPr/>
          </p:nvCxnSpPr>
          <p:spPr>
            <a:xfrm>
              <a:off x="61020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25" name="Google Shape;325;p40"/>
            <p:cNvCxnSpPr/>
            <p:nvPr/>
          </p:nvCxnSpPr>
          <p:spPr>
            <a:xfrm>
              <a:off x="182916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26" name="Google Shape;326;p40"/>
            <p:cNvCxnSpPr/>
            <p:nvPr/>
          </p:nvCxnSpPr>
          <p:spPr>
            <a:xfrm>
              <a:off x="304848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27" name="Google Shape;327;p40"/>
            <p:cNvCxnSpPr/>
            <p:nvPr/>
          </p:nvCxnSpPr>
          <p:spPr>
            <a:xfrm>
              <a:off x="426744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28" name="Google Shape;328;p40"/>
            <p:cNvCxnSpPr/>
            <p:nvPr/>
          </p:nvCxnSpPr>
          <p:spPr>
            <a:xfrm>
              <a:off x="548676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29" name="Google Shape;329;p40"/>
            <p:cNvCxnSpPr/>
            <p:nvPr/>
          </p:nvCxnSpPr>
          <p:spPr>
            <a:xfrm>
              <a:off x="670572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30" name="Google Shape;330;p40"/>
            <p:cNvCxnSpPr/>
            <p:nvPr/>
          </p:nvCxnSpPr>
          <p:spPr>
            <a:xfrm>
              <a:off x="792504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31" name="Google Shape;331;p40"/>
            <p:cNvCxnSpPr/>
            <p:nvPr/>
          </p:nvCxnSpPr>
          <p:spPr>
            <a:xfrm>
              <a:off x="914400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32" name="Google Shape;332;p40"/>
            <p:cNvCxnSpPr/>
            <p:nvPr/>
          </p:nvCxnSpPr>
          <p:spPr>
            <a:xfrm>
              <a:off x="1036332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33" name="Google Shape;333;p40"/>
            <p:cNvCxnSpPr/>
            <p:nvPr/>
          </p:nvCxnSpPr>
          <p:spPr>
            <a:xfrm>
              <a:off x="11582280" y="-195840"/>
              <a:ext cx="360" cy="6858360"/>
            </a:xfrm>
            <a:prstGeom prst="straightConnector1">
              <a:avLst/>
            </a:prstGeom>
            <a:noFill/>
            <a:ln cap="flat" cmpd="sng" w="9525">
              <a:solidFill>
                <a:srgbClr val="D9D9D9"/>
              </a:solidFill>
              <a:prstDash val="solid"/>
              <a:miter lim="8000"/>
              <a:headEnd len="sm" w="sm" type="none"/>
              <a:tailEnd len="sm" w="sm" type="none"/>
            </a:ln>
          </p:spPr>
        </p:cxnSp>
        <p:cxnSp>
          <p:nvCxnSpPr>
            <p:cNvPr id="334" name="Google Shape;334;p40"/>
            <p:cNvCxnSpPr/>
            <p:nvPr/>
          </p:nvCxnSpPr>
          <p:spPr>
            <a:xfrm>
              <a:off x="2880" y="19044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335" name="Google Shape;335;p40"/>
            <p:cNvCxnSpPr/>
            <p:nvPr/>
          </p:nvCxnSpPr>
          <p:spPr>
            <a:xfrm>
              <a:off x="2880" y="141516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336" name="Google Shape;336;p40"/>
            <p:cNvCxnSpPr/>
            <p:nvPr/>
          </p:nvCxnSpPr>
          <p:spPr>
            <a:xfrm>
              <a:off x="2880" y="263988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337" name="Google Shape;337;p40"/>
            <p:cNvCxnSpPr/>
            <p:nvPr/>
          </p:nvCxnSpPr>
          <p:spPr>
            <a:xfrm>
              <a:off x="2880" y="386460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338" name="Google Shape;338;p40"/>
            <p:cNvCxnSpPr/>
            <p:nvPr/>
          </p:nvCxnSpPr>
          <p:spPr>
            <a:xfrm>
              <a:off x="2880" y="5089320"/>
              <a:ext cx="12189240" cy="360"/>
            </a:xfrm>
            <a:prstGeom prst="straightConnector1">
              <a:avLst/>
            </a:prstGeom>
            <a:noFill/>
            <a:ln cap="flat" cmpd="sng" w="9525">
              <a:solidFill>
                <a:srgbClr val="D9D9D9"/>
              </a:solidFill>
              <a:prstDash val="solid"/>
              <a:miter lim="8000"/>
              <a:headEnd len="sm" w="sm" type="none"/>
              <a:tailEnd len="sm" w="sm" type="none"/>
            </a:ln>
          </p:spPr>
        </p:cxnSp>
        <p:cxnSp>
          <p:nvCxnSpPr>
            <p:cNvPr id="339" name="Google Shape;339;p40"/>
            <p:cNvCxnSpPr/>
            <p:nvPr/>
          </p:nvCxnSpPr>
          <p:spPr>
            <a:xfrm>
              <a:off x="2880" y="6314040"/>
              <a:ext cx="12189240" cy="360"/>
            </a:xfrm>
            <a:prstGeom prst="straightConnector1">
              <a:avLst/>
            </a:prstGeom>
            <a:noFill/>
            <a:ln cap="flat" cmpd="sng" w="9525">
              <a:solidFill>
                <a:srgbClr val="D9D9D9"/>
              </a:solidFill>
              <a:prstDash val="solid"/>
              <a:miter lim="8000"/>
              <a:headEnd len="sm" w="sm" type="none"/>
              <a:tailEnd len="sm" w="sm" type="none"/>
            </a:ln>
          </p:spPr>
        </p:cxnSp>
        <p:grpSp>
          <p:nvGrpSpPr>
            <p:cNvPr id="340" name="Google Shape;340;p40"/>
            <p:cNvGrpSpPr/>
            <p:nvPr/>
          </p:nvGrpSpPr>
          <p:grpSpPr>
            <a:xfrm>
              <a:off x="0" y="-195840"/>
              <a:ext cx="12192480" cy="6858360"/>
              <a:chOff x="0" y="-195840"/>
              <a:chExt cx="12192480" cy="6858360"/>
            </a:xfrm>
          </p:grpSpPr>
          <p:cxnSp>
            <p:nvCxnSpPr>
              <p:cNvPr id="341" name="Google Shape;341;p40"/>
              <p:cNvCxnSpPr/>
              <p:nvPr/>
            </p:nvCxnSpPr>
            <p:spPr>
              <a:xfrm>
                <a:off x="22536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42" name="Google Shape;342;p40"/>
              <p:cNvCxnSpPr/>
              <p:nvPr/>
            </p:nvCxnSpPr>
            <p:spPr>
              <a:xfrm>
                <a:off x="1449000" y="-19584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343" name="Google Shape;343;p40"/>
              <p:cNvCxnSpPr/>
              <p:nvPr/>
            </p:nvCxnSpPr>
            <p:spPr>
              <a:xfrm>
                <a:off x="2665800" y="-195840"/>
                <a:ext cx="6816600" cy="6858360"/>
              </a:xfrm>
              <a:prstGeom prst="straightConnector1">
                <a:avLst/>
              </a:prstGeom>
              <a:noFill/>
              <a:ln cap="flat" cmpd="sng" w="9525">
                <a:solidFill>
                  <a:srgbClr val="D9D9D9"/>
                </a:solidFill>
                <a:prstDash val="solid"/>
                <a:miter lim="8000"/>
                <a:headEnd len="sm" w="sm" type="none"/>
                <a:tailEnd len="sm" w="sm" type="none"/>
              </a:ln>
            </p:spPr>
          </p:cxnSp>
          <p:cxnSp>
            <p:nvCxnSpPr>
              <p:cNvPr id="344" name="Google Shape;344;p40"/>
              <p:cNvCxnSpPr/>
              <p:nvPr/>
            </p:nvCxnSpPr>
            <p:spPr>
              <a:xfrm>
                <a:off x="388512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45" name="Google Shape;345;p40"/>
              <p:cNvCxnSpPr/>
              <p:nvPr/>
            </p:nvCxnSpPr>
            <p:spPr>
              <a:xfrm>
                <a:off x="5106600" y="-19584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346" name="Google Shape;346;p40"/>
              <p:cNvGrpSpPr/>
              <p:nvPr/>
            </p:nvGrpSpPr>
            <p:grpSpPr>
              <a:xfrm>
                <a:off x="6327720" y="-195840"/>
                <a:ext cx="5864760" cy="5898960"/>
                <a:chOff x="6327720" y="-195840"/>
                <a:chExt cx="5864760" cy="5898960"/>
              </a:xfrm>
            </p:grpSpPr>
            <p:cxnSp>
              <p:nvCxnSpPr>
                <p:cNvPr id="347" name="Google Shape;347;p40"/>
                <p:cNvCxnSpPr/>
                <p:nvPr/>
              </p:nvCxnSpPr>
              <p:spPr>
                <a:xfrm>
                  <a:off x="6327720" y="-195840"/>
                  <a:ext cx="5864760" cy="5898960"/>
                </a:xfrm>
                <a:prstGeom prst="straightConnector1">
                  <a:avLst/>
                </a:prstGeom>
                <a:noFill/>
                <a:ln cap="flat" cmpd="sng" w="9525">
                  <a:solidFill>
                    <a:srgbClr val="D9D9D9"/>
                  </a:solidFill>
                  <a:prstDash val="solid"/>
                  <a:miter lim="8000"/>
                  <a:headEnd len="sm" w="sm" type="none"/>
                  <a:tailEnd len="sm" w="sm" type="none"/>
                </a:ln>
              </p:spPr>
            </p:cxnSp>
            <p:cxnSp>
              <p:nvCxnSpPr>
                <p:cNvPr id="348" name="Google Shape;348;p40"/>
                <p:cNvCxnSpPr/>
                <p:nvPr/>
              </p:nvCxnSpPr>
              <p:spPr>
                <a:xfrm>
                  <a:off x="7549200" y="-195840"/>
                  <a:ext cx="4643280" cy="4672800"/>
                </a:xfrm>
                <a:prstGeom prst="straightConnector1">
                  <a:avLst/>
                </a:prstGeom>
                <a:noFill/>
                <a:ln cap="flat" cmpd="sng" w="9525">
                  <a:solidFill>
                    <a:srgbClr val="D9D9D9"/>
                  </a:solidFill>
                  <a:prstDash val="solid"/>
                  <a:miter lim="8000"/>
                  <a:headEnd len="sm" w="sm" type="none"/>
                  <a:tailEnd len="sm" w="sm" type="none"/>
                </a:ln>
              </p:spPr>
            </p:cxnSp>
            <p:cxnSp>
              <p:nvCxnSpPr>
                <p:cNvPr id="349" name="Google Shape;349;p40"/>
                <p:cNvCxnSpPr/>
                <p:nvPr/>
              </p:nvCxnSpPr>
              <p:spPr>
                <a:xfrm>
                  <a:off x="8772840" y="-195840"/>
                  <a:ext cx="3419640" cy="3457080"/>
                </a:xfrm>
                <a:prstGeom prst="straightConnector1">
                  <a:avLst/>
                </a:prstGeom>
                <a:noFill/>
                <a:ln cap="flat" cmpd="sng" w="9525">
                  <a:solidFill>
                    <a:srgbClr val="D9D9D9"/>
                  </a:solidFill>
                  <a:prstDash val="solid"/>
                  <a:miter lim="8000"/>
                  <a:headEnd len="sm" w="sm" type="none"/>
                  <a:tailEnd len="sm" w="sm" type="none"/>
                </a:ln>
              </p:spPr>
            </p:cxnSp>
            <p:cxnSp>
              <p:nvCxnSpPr>
                <p:cNvPr id="350" name="Google Shape;350;p40"/>
                <p:cNvCxnSpPr/>
                <p:nvPr/>
              </p:nvCxnSpPr>
              <p:spPr>
                <a:xfrm>
                  <a:off x="9982080" y="-195840"/>
                  <a:ext cx="2210400" cy="2226600"/>
                </a:xfrm>
                <a:prstGeom prst="straightConnector1">
                  <a:avLst/>
                </a:prstGeom>
                <a:noFill/>
                <a:ln cap="flat" cmpd="sng" w="9525">
                  <a:solidFill>
                    <a:srgbClr val="D9D9D9"/>
                  </a:solidFill>
                  <a:prstDash val="solid"/>
                  <a:miter lim="8000"/>
                  <a:headEnd len="sm" w="sm" type="none"/>
                  <a:tailEnd len="sm" w="sm" type="none"/>
                </a:ln>
              </p:spPr>
            </p:cxnSp>
            <p:cxnSp>
              <p:nvCxnSpPr>
                <p:cNvPr id="351" name="Google Shape;351;p40"/>
                <p:cNvCxnSpPr/>
                <p:nvPr/>
              </p:nvCxnSpPr>
              <p:spPr>
                <a:xfrm>
                  <a:off x="11198880" y="-195840"/>
                  <a:ext cx="993600" cy="1002600"/>
                </a:xfrm>
                <a:prstGeom prst="straightConnector1">
                  <a:avLst/>
                </a:prstGeom>
                <a:noFill/>
                <a:ln cap="flat" cmpd="sng" w="9525">
                  <a:solidFill>
                    <a:srgbClr val="D9D9D9"/>
                  </a:solidFill>
                  <a:prstDash val="solid"/>
                  <a:miter lim="8000"/>
                  <a:headEnd len="sm" w="sm" type="none"/>
                  <a:tailEnd len="sm" w="sm" type="none"/>
                </a:ln>
              </p:spPr>
            </p:cxnSp>
          </p:grpSp>
          <p:cxnSp>
            <p:nvCxnSpPr>
              <p:cNvPr id="352" name="Google Shape;352;p40"/>
              <p:cNvCxnSpPr/>
              <p:nvPr/>
            </p:nvCxnSpPr>
            <p:spPr>
              <a:xfrm rot="10800000">
                <a:off x="0" y="81612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353" name="Google Shape;353;p40"/>
              <p:cNvCxnSpPr/>
              <p:nvPr/>
            </p:nvCxnSpPr>
            <p:spPr>
              <a:xfrm rot="10800000">
                <a:off x="0" y="203148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354" name="Google Shape;354;p40"/>
              <p:cNvCxnSpPr/>
              <p:nvPr/>
            </p:nvCxnSpPr>
            <p:spPr>
              <a:xfrm rot="10800000">
                <a:off x="0" y="3236040"/>
                <a:ext cx="3398760" cy="3426480"/>
              </a:xfrm>
              <a:prstGeom prst="straightConnector1">
                <a:avLst/>
              </a:prstGeom>
              <a:noFill/>
              <a:ln cap="flat" cmpd="sng" w="9525">
                <a:solidFill>
                  <a:srgbClr val="D9D9D9"/>
                </a:solidFill>
                <a:prstDash val="solid"/>
                <a:miter lim="8000"/>
                <a:headEnd len="sm" w="sm" type="none"/>
                <a:tailEnd len="sm" w="sm" type="none"/>
              </a:ln>
            </p:spPr>
          </p:cxnSp>
          <p:cxnSp>
            <p:nvCxnSpPr>
              <p:cNvPr id="355" name="Google Shape;355;p40"/>
              <p:cNvCxnSpPr/>
              <p:nvPr/>
            </p:nvCxnSpPr>
            <p:spPr>
              <a:xfrm rot="10800000">
                <a:off x="0" y="4455360"/>
                <a:ext cx="2196720" cy="2207160"/>
              </a:xfrm>
              <a:prstGeom prst="straightConnector1">
                <a:avLst/>
              </a:prstGeom>
              <a:noFill/>
              <a:ln cap="flat" cmpd="sng" w="9525">
                <a:solidFill>
                  <a:srgbClr val="D9D9D9"/>
                </a:solidFill>
                <a:prstDash val="solid"/>
                <a:miter lim="8000"/>
                <a:headEnd len="sm" w="sm" type="none"/>
                <a:tailEnd len="sm" w="sm" type="none"/>
              </a:ln>
            </p:spPr>
          </p:cxnSp>
          <p:cxnSp>
            <p:nvCxnSpPr>
              <p:cNvPr id="356" name="Google Shape;356;p40"/>
              <p:cNvCxnSpPr/>
              <p:nvPr/>
            </p:nvCxnSpPr>
            <p:spPr>
              <a:xfrm rot="10800000">
                <a:off x="0" y="5668560"/>
                <a:ext cx="987480" cy="993960"/>
              </a:xfrm>
              <a:prstGeom prst="straightConnector1">
                <a:avLst/>
              </a:prstGeom>
              <a:noFill/>
              <a:ln cap="flat" cmpd="sng" w="9525">
                <a:solidFill>
                  <a:srgbClr val="D9D9D9"/>
                </a:solidFill>
                <a:prstDash val="solid"/>
                <a:miter lim="8000"/>
                <a:headEnd len="sm" w="sm" type="none"/>
                <a:tailEnd len="sm" w="sm" type="none"/>
              </a:ln>
            </p:spPr>
          </p:cxnSp>
        </p:grpSp>
        <p:grpSp>
          <p:nvGrpSpPr>
            <p:cNvPr id="357" name="Google Shape;357;p40"/>
            <p:cNvGrpSpPr/>
            <p:nvPr/>
          </p:nvGrpSpPr>
          <p:grpSpPr>
            <a:xfrm>
              <a:off x="0" y="-195840"/>
              <a:ext cx="12192480" cy="6858360"/>
              <a:chOff x="0" y="-195840"/>
              <a:chExt cx="12192480" cy="6858360"/>
            </a:xfrm>
          </p:grpSpPr>
          <p:cxnSp>
            <p:nvCxnSpPr>
              <p:cNvPr id="358" name="Google Shape;358;p40"/>
              <p:cNvCxnSpPr/>
              <p:nvPr/>
            </p:nvCxnSpPr>
            <p:spPr>
              <a:xfrm flipH="1">
                <a:off x="515052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59" name="Google Shape;359;p40"/>
              <p:cNvCxnSpPr/>
              <p:nvPr/>
            </p:nvCxnSpPr>
            <p:spPr>
              <a:xfrm flipH="1">
                <a:off x="392688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60" name="Google Shape;360;p40"/>
              <p:cNvCxnSpPr/>
              <p:nvPr/>
            </p:nvCxnSpPr>
            <p:spPr>
              <a:xfrm flipH="1">
                <a:off x="271008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61" name="Google Shape;361;p40"/>
              <p:cNvCxnSpPr/>
              <p:nvPr/>
            </p:nvCxnSpPr>
            <p:spPr>
              <a:xfrm flipH="1">
                <a:off x="1491120" y="-195840"/>
                <a:ext cx="6816240" cy="6858360"/>
              </a:xfrm>
              <a:prstGeom prst="straightConnector1">
                <a:avLst/>
              </a:prstGeom>
              <a:noFill/>
              <a:ln cap="flat" cmpd="sng" w="9525">
                <a:solidFill>
                  <a:srgbClr val="D9D9D9"/>
                </a:solidFill>
                <a:prstDash val="solid"/>
                <a:miter lim="8000"/>
                <a:headEnd len="sm" w="sm" type="none"/>
                <a:tailEnd len="sm" w="sm" type="none"/>
              </a:ln>
            </p:spPr>
          </p:cxnSp>
          <p:cxnSp>
            <p:nvCxnSpPr>
              <p:cNvPr id="362" name="Google Shape;362;p40"/>
              <p:cNvCxnSpPr/>
              <p:nvPr/>
            </p:nvCxnSpPr>
            <p:spPr>
              <a:xfrm flipH="1">
                <a:off x="269640" y="-195840"/>
                <a:ext cx="6816240" cy="6858360"/>
              </a:xfrm>
              <a:prstGeom prst="straightConnector1">
                <a:avLst/>
              </a:prstGeom>
              <a:noFill/>
              <a:ln cap="flat" cmpd="sng" w="9525">
                <a:solidFill>
                  <a:srgbClr val="D9D9D9"/>
                </a:solidFill>
                <a:prstDash val="solid"/>
                <a:miter lim="8000"/>
                <a:headEnd len="sm" w="sm" type="none"/>
                <a:tailEnd len="sm" w="sm" type="none"/>
              </a:ln>
            </p:spPr>
          </p:cxnSp>
          <p:grpSp>
            <p:nvGrpSpPr>
              <p:cNvPr id="363" name="Google Shape;363;p40"/>
              <p:cNvGrpSpPr/>
              <p:nvPr/>
            </p:nvGrpSpPr>
            <p:grpSpPr>
              <a:xfrm>
                <a:off x="0" y="-195840"/>
                <a:ext cx="5864400" cy="5898960"/>
                <a:chOff x="0" y="-195840"/>
                <a:chExt cx="5864400" cy="5898960"/>
              </a:xfrm>
            </p:grpSpPr>
            <p:cxnSp>
              <p:nvCxnSpPr>
                <p:cNvPr id="364" name="Google Shape;364;p40"/>
                <p:cNvCxnSpPr/>
                <p:nvPr/>
              </p:nvCxnSpPr>
              <p:spPr>
                <a:xfrm flipH="1">
                  <a:off x="0" y="-195840"/>
                  <a:ext cx="5864400" cy="5898960"/>
                </a:xfrm>
                <a:prstGeom prst="straightConnector1">
                  <a:avLst/>
                </a:prstGeom>
                <a:noFill/>
                <a:ln cap="flat" cmpd="sng" w="9525">
                  <a:solidFill>
                    <a:srgbClr val="D9D9D9"/>
                  </a:solidFill>
                  <a:prstDash val="solid"/>
                  <a:miter lim="8000"/>
                  <a:headEnd len="sm" w="sm" type="none"/>
                  <a:tailEnd len="sm" w="sm" type="none"/>
                </a:ln>
              </p:spPr>
            </p:cxnSp>
            <p:cxnSp>
              <p:nvCxnSpPr>
                <p:cNvPr id="365" name="Google Shape;365;p40"/>
                <p:cNvCxnSpPr/>
                <p:nvPr/>
              </p:nvCxnSpPr>
              <p:spPr>
                <a:xfrm flipH="1">
                  <a:off x="0" y="-195840"/>
                  <a:ext cx="4642920" cy="4672800"/>
                </a:xfrm>
                <a:prstGeom prst="straightConnector1">
                  <a:avLst/>
                </a:prstGeom>
                <a:noFill/>
                <a:ln cap="flat" cmpd="sng" w="9525">
                  <a:solidFill>
                    <a:srgbClr val="D9D9D9"/>
                  </a:solidFill>
                  <a:prstDash val="solid"/>
                  <a:miter lim="8000"/>
                  <a:headEnd len="sm" w="sm" type="none"/>
                  <a:tailEnd len="sm" w="sm" type="none"/>
                </a:ln>
              </p:spPr>
            </p:cxnSp>
            <p:cxnSp>
              <p:nvCxnSpPr>
                <p:cNvPr id="366" name="Google Shape;366;p40"/>
                <p:cNvCxnSpPr/>
                <p:nvPr/>
              </p:nvCxnSpPr>
              <p:spPr>
                <a:xfrm flipH="1">
                  <a:off x="0" y="-195840"/>
                  <a:ext cx="3419280" cy="3457080"/>
                </a:xfrm>
                <a:prstGeom prst="straightConnector1">
                  <a:avLst/>
                </a:prstGeom>
                <a:noFill/>
                <a:ln cap="flat" cmpd="sng" w="9525">
                  <a:solidFill>
                    <a:srgbClr val="D9D9D9"/>
                  </a:solidFill>
                  <a:prstDash val="solid"/>
                  <a:miter lim="8000"/>
                  <a:headEnd len="sm" w="sm" type="none"/>
                  <a:tailEnd len="sm" w="sm" type="none"/>
                </a:ln>
              </p:spPr>
            </p:cxnSp>
            <p:cxnSp>
              <p:nvCxnSpPr>
                <p:cNvPr id="367" name="Google Shape;367;p40"/>
                <p:cNvCxnSpPr/>
                <p:nvPr/>
              </p:nvCxnSpPr>
              <p:spPr>
                <a:xfrm flipH="1">
                  <a:off x="0" y="-195840"/>
                  <a:ext cx="2210040" cy="2226600"/>
                </a:xfrm>
                <a:prstGeom prst="straightConnector1">
                  <a:avLst/>
                </a:prstGeom>
                <a:noFill/>
                <a:ln cap="flat" cmpd="sng" w="9525">
                  <a:solidFill>
                    <a:srgbClr val="D9D9D9"/>
                  </a:solidFill>
                  <a:prstDash val="solid"/>
                  <a:miter lim="8000"/>
                  <a:headEnd len="sm" w="sm" type="none"/>
                  <a:tailEnd len="sm" w="sm" type="none"/>
                </a:ln>
              </p:spPr>
            </p:cxnSp>
            <p:cxnSp>
              <p:nvCxnSpPr>
                <p:cNvPr id="368" name="Google Shape;368;p40"/>
                <p:cNvCxnSpPr/>
                <p:nvPr/>
              </p:nvCxnSpPr>
              <p:spPr>
                <a:xfrm flipH="1">
                  <a:off x="0" y="-195840"/>
                  <a:ext cx="993240" cy="1002600"/>
                </a:xfrm>
                <a:prstGeom prst="straightConnector1">
                  <a:avLst/>
                </a:prstGeom>
                <a:noFill/>
                <a:ln cap="flat" cmpd="sng" w="9525">
                  <a:solidFill>
                    <a:srgbClr val="D9D9D9"/>
                  </a:solidFill>
                  <a:prstDash val="solid"/>
                  <a:miter lim="8000"/>
                  <a:headEnd len="sm" w="sm" type="none"/>
                  <a:tailEnd len="sm" w="sm" type="none"/>
                </a:ln>
              </p:spPr>
            </p:cxnSp>
          </p:grpSp>
          <p:cxnSp>
            <p:nvCxnSpPr>
              <p:cNvPr id="369" name="Google Shape;369;p40"/>
              <p:cNvCxnSpPr/>
              <p:nvPr/>
            </p:nvCxnSpPr>
            <p:spPr>
              <a:xfrm flipH="1" rot="10800000">
                <a:off x="6363360" y="816120"/>
                <a:ext cx="5829120" cy="5846400"/>
              </a:xfrm>
              <a:prstGeom prst="straightConnector1">
                <a:avLst/>
              </a:prstGeom>
              <a:noFill/>
              <a:ln cap="flat" cmpd="sng" w="9525">
                <a:solidFill>
                  <a:srgbClr val="D9D9D9"/>
                </a:solidFill>
                <a:prstDash val="solid"/>
                <a:miter lim="8000"/>
                <a:headEnd len="sm" w="sm" type="none"/>
                <a:tailEnd len="sm" w="sm" type="none"/>
              </a:ln>
            </p:spPr>
          </p:cxnSp>
          <p:cxnSp>
            <p:nvCxnSpPr>
              <p:cNvPr id="370" name="Google Shape;370;p40"/>
              <p:cNvCxnSpPr/>
              <p:nvPr/>
            </p:nvCxnSpPr>
            <p:spPr>
              <a:xfrm flipH="1" rot="10800000">
                <a:off x="7577280" y="2031480"/>
                <a:ext cx="4615200" cy="4631040"/>
              </a:xfrm>
              <a:prstGeom prst="straightConnector1">
                <a:avLst/>
              </a:prstGeom>
              <a:noFill/>
              <a:ln cap="flat" cmpd="sng" w="9525">
                <a:solidFill>
                  <a:srgbClr val="D9D9D9"/>
                </a:solidFill>
                <a:prstDash val="solid"/>
                <a:miter lim="8000"/>
                <a:headEnd len="sm" w="sm" type="none"/>
                <a:tailEnd len="sm" w="sm" type="none"/>
              </a:ln>
            </p:spPr>
          </p:cxnSp>
          <p:cxnSp>
            <p:nvCxnSpPr>
              <p:cNvPr id="371" name="Google Shape;371;p40"/>
              <p:cNvCxnSpPr/>
              <p:nvPr/>
            </p:nvCxnSpPr>
            <p:spPr>
              <a:xfrm flipH="1" rot="10800000">
                <a:off x="8793720" y="3236040"/>
                <a:ext cx="3398760" cy="3426480"/>
              </a:xfrm>
              <a:prstGeom prst="straightConnector1">
                <a:avLst/>
              </a:prstGeom>
              <a:noFill/>
              <a:ln cap="flat" cmpd="sng" w="9525">
                <a:solidFill>
                  <a:srgbClr val="D9D9D9"/>
                </a:solidFill>
                <a:prstDash val="solid"/>
                <a:miter lim="8000"/>
                <a:headEnd len="sm" w="sm" type="none"/>
                <a:tailEnd len="sm" w="sm" type="none"/>
              </a:ln>
            </p:spPr>
          </p:cxnSp>
          <p:cxnSp>
            <p:nvCxnSpPr>
              <p:cNvPr id="372" name="Google Shape;372;p40"/>
              <p:cNvCxnSpPr/>
              <p:nvPr/>
            </p:nvCxnSpPr>
            <p:spPr>
              <a:xfrm flipH="1" rot="10800000">
                <a:off x="9995400" y="4455360"/>
                <a:ext cx="2197080" cy="2207160"/>
              </a:xfrm>
              <a:prstGeom prst="straightConnector1">
                <a:avLst/>
              </a:prstGeom>
              <a:noFill/>
              <a:ln cap="flat" cmpd="sng" w="9525">
                <a:solidFill>
                  <a:srgbClr val="D9D9D9"/>
                </a:solidFill>
                <a:prstDash val="solid"/>
                <a:miter lim="8000"/>
                <a:headEnd len="sm" w="sm" type="none"/>
                <a:tailEnd len="sm" w="sm" type="none"/>
              </a:ln>
            </p:spPr>
          </p:cxnSp>
          <p:cxnSp>
            <p:nvCxnSpPr>
              <p:cNvPr id="373" name="Google Shape;373;p40"/>
              <p:cNvCxnSpPr/>
              <p:nvPr/>
            </p:nvCxnSpPr>
            <p:spPr>
              <a:xfrm flipH="1" rot="10800000">
                <a:off x="11205000" y="5668560"/>
                <a:ext cx="987480" cy="993960"/>
              </a:xfrm>
              <a:prstGeom prst="straightConnector1">
                <a:avLst/>
              </a:prstGeom>
              <a:noFill/>
              <a:ln cap="flat" cmpd="sng" w="9525">
                <a:solidFill>
                  <a:srgbClr val="D9D9D9"/>
                </a:solidFill>
                <a:prstDash val="solid"/>
                <a:miter lim="8000"/>
                <a:headEnd len="sm" w="sm" type="none"/>
                <a:tailEnd len="sm" w="sm" type="none"/>
              </a:ln>
            </p:spPr>
          </p:cxnSp>
        </p:grpSp>
      </p:grpSp>
      <p:cxnSp>
        <p:nvCxnSpPr>
          <p:cNvPr id="374" name="Google Shape;374;p40"/>
          <p:cNvCxnSpPr/>
          <p:nvPr/>
        </p:nvCxnSpPr>
        <p:spPr>
          <a:xfrm>
            <a:off x="609480" y="6172200"/>
            <a:ext cx="10973160" cy="360"/>
          </a:xfrm>
          <a:prstGeom prst="straightConnector1">
            <a:avLst/>
          </a:prstGeom>
          <a:noFill/>
          <a:ln cap="flat" cmpd="sng" w="12600">
            <a:solidFill>
              <a:srgbClr val="A43F27"/>
            </a:solidFill>
            <a:prstDash val="solid"/>
            <a:miter lim="8000"/>
            <a:headEnd len="sm" w="sm" type="none"/>
            <a:tailEnd len="sm" w="sm" type="none"/>
          </a:ln>
        </p:spPr>
      </p:cxnSp>
      <p:sp>
        <p:nvSpPr>
          <p:cNvPr id="375" name="Google Shape;375;p40"/>
          <p:cNvSpPr txBox="1"/>
          <p:nvPr>
            <p:ph type="title"/>
          </p:nvPr>
        </p:nvSpPr>
        <p:spPr>
          <a:xfrm>
            <a:off x="1295280" y="504000"/>
            <a:ext cx="9601200" cy="114228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6" name="Google Shape;376;p40"/>
          <p:cNvSpPr txBox="1"/>
          <p:nvPr>
            <p:ph idx="2" type="title"/>
          </p:nvPr>
        </p:nvSpPr>
        <p:spPr>
          <a:xfrm>
            <a:off x="1295280" y="1981080"/>
            <a:ext cx="9601200" cy="380988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7" name="Google Shape;377;p40"/>
          <p:cNvSpPr txBox="1"/>
          <p:nvPr>
            <p:ph idx="11" type="ftr"/>
          </p:nvPr>
        </p:nvSpPr>
        <p:spPr>
          <a:xfrm>
            <a:off x="609480" y="6289560"/>
            <a:ext cx="6127920" cy="222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8" name="Google Shape;378;p40"/>
          <p:cNvSpPr txBox="1"/>
          <p:nvPr>
            <p:ph idx="10" type="dt"/>
          </p:nvPr>
        </p:nvSpPr>
        <p:spPr>
          <a:xfrm>
            <a:off x="9294120" y="6289560"/>
            <a:ext cx="965880" cy="2224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9" name="Google Shape;379;p40"/>
          <p:cNvSpPr txBox="1"/>
          <p:nvPr>
            <p:ph idx="12" type="sldNum"/>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100" u="none" cap="none" strike="noStrike">
                <a:solidFill>
                  <a:srgbClr val="424342"/>
                </a:solidFill>
                <a:latin typeface="Arial"/>
                <a:ea typeface="Arial"/>
                <a:cs typeface="Arial"/>
                <a:sym typeface="Arial"/>
              </a:defRPr>
            </a:lvl1pPr>
            <a:lvl2pPr indent="0" lvl="1" marL="0" marR="0" rtl="0" algn="r">
              <a:lnSpc>
                <a:spcPct val="100000"/>
              </a:lnSpc>
              <a:spcBef>
                <a:spcPts val="0"/>
              </a:spcBef>
              <a:buNone/>
              <a:defRPr b="0" i="0" sz="1100" u="none" cap="none" strike="noStrike">
                <a:solidFill>
                  <a:srgbClr val="424342"/>
                </a:solidFill>
                <a:latin typeface="Arial"/>
                <a:ea typeface="Arial"/>
                <a:cs typeface="Arial"/>
                <a:sym typeface="Arial"/>
              </a:defRPr>
            </a:lvl2pPr>
            <a:lvl3pPr indent="0" lvl="2" marL="0" marR="0" rtl="0" algn="r">
              <a:lnSpc>
                <a:spcPct val="100000"/>
              </a:lnSpc>
              <a:spcBef>
                <a:spcPts val="0"/>
              </a:spcBef>
              <a:buNone/>
              <a:defRPr b="0" i="0" sz="1100" u="none" cap="none" strike="noStrike">
                <a:solidFill>
                  <a:srgbClr val="424342"/>
                </a:solidFill>
                <a:latin typeface="Arial"/>
                <a:ea typeface="Arial"/>
                <a:cs typeface="Arial"/>
                <a:sym typeface="Arial"/>
              </a:defRPr>
            </a:lvl3pPr>
            <a:lvl4pPr indent="0" lvl="3" marL="0" marR="0" rtl="0" algn="r">
              <a:lnSpc>
                <a:spcPct val="100000"/>
              </a:lnSpc>
              <a:spcBef>
                <a:spcPts val="0"/>
              </a:spcBef>
              <a:buNone/>
              <a:defRPr b="0" i="0" sz="1100" u="none" cap="none" strike="noStrike">
                <a:solidFill>
                  <a:srgbClr val="424342"/>
                </a:solidFill>
                <a:latin typeface="Arial"/>
                <a:ea typeface="Arial"/>
                <a:cs typeface="Arial"/>
                <a:sym typeface="Arial"/>
              </a:defRPr>
            </a:lvl4pPr>
            <a:lvl5pPr indent="0" lvl="4" marL="0" marR="0" rtl="0" algn="r">
              <a:lnSpc>
                <a:spcPct val="100000"/>
              </a:lnSpc>
              <a:spcBef>
                <a:spcPts val="0"/>
              </a:spcBef>
              <a:buNone/>
              <a:defRPr b="0" i="0" sz="1100" u="none" cap="none" strike="noStrike">
                <a:solidFill>
                  <a:srgbClr val="424342"/>
                </a:solidFill>
                <a:latin typeface="Arial"/>
                <a:ea typeface="Arial"/>
                <a:cs typeface="Arial"/>
                <a:sym typeface="Arial"/>
              </a:defRPr>
            </a:lvl5pPr>
            <a:lvl6pPr indent="0" lvl="5" marL="0" marR="0" rtl="0" algn="r">
              <a:lnSpc>
                <a:spcPct val="100000"/>
              </a:lnSpc>
              <a:spcBef>
                <a:spcPts val="0"/>
              </a:spcBef>
              <a:buNone/>
              <a:defRPr b="0" i="0" sz="1100" u="none" cap="none" strike="noStrike">
                <a:solidFill>
                  <a:srgbClr val="424342"/>
                </a:solidFill>
                <a:latin typeface="Arial"/>
                <a:ea typeface="Arial"/>
                <a:cs typeface="Arial"/>
                <a:sym typeface="Arial"/>
              </a:defRPr>
            </a:lvl6pPr>
            <a:lvl7pPr indent="0" lvl="6" marL="0" marR="0" rtl="0" algn="r">
              <a:lnSpc>
                <a:spcPct val="100000"/>
              </a:lnSpc>
              <a:spcBef>
                <a:spcPts val="0"/>
              </a:spcBef>
              <a:buNone/>
              <a:defRPr b="0" i="0" sz="1100" u="none" cap="none" strike="noStrike">
                <a:solidFill>
                  <a:srgbClr val="424342"/>
                </a:solidFill>
                <a:latin typeface="Arial"/>
                <a:ea typeface="Arial"/>
                <a:cs typeface="Arial"/>
                <a:sym typeface="Arial"/>
              </a:defRPr>
            </a:lvl7pPr>
            <a:lvl8pPr indent="0" lvl="7" marL="0" marR="0" rtl="0" algn="r">
              <a:lnSpc>
                <a:spcPct val="100000"/>
              </a:lnSpc>
              <a:spcBef>
                <a:spcPts val="0"/>
              </a:spcBef>
              <a:buNone/>
              <a:defRPr b="0" i="0" sz="1100" u="none" cap="none" strike="noStrike">
                <a:solidFill>
                  <a:srgbClr val="424342"/>
                </a:solidFill>
                <a:latin typeface="Arial"/>
                <a:ea typeface="Arial"/>
                <a:cs typeface="Arial"/>
                <a:sym typeface="Arial"/>
              </a:defRPr>
            </a:lvl8pPr>
            <a:lvl9pPr indent="0" lvl="8" marL="0" marR="0" rtl="0" algn="r">
              <a:lnSpc>
                <a:spcPct val="100000"/>
              </a:lnSpc>
              <a:spcBef>
                <a:spcPts val="0"/>
              </a:spcBef>
              <a:buNone/>
              <a:defRPr b="0" i="0" sz="1100" u="none" cap="none" strike="noStrike">
                <a:solidFill>
                  <a:srgbClr val="42434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0"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17.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3"/>
          <p:cNvSpPr txBox="1"/>
          <p:nvPr/>
        </p:nvSpPr>
        <p:spPr>
          <a:xfrm>
            <a:off x="540720" y="1935360"/>
            <a:ext cx="10864800" cy="1797120"/>
          </a:xfrm>
          <a:prstGeom prst="rect">
            <a:avLst/>
          </a:prstGeom>
          <a:noFill/>
          <a:ln>
            <a:noFill/>
          </a:ln>
        </p:spPr>
        <p:txBody>
          <a:bodyPr anchorCtr="1" anchor="ctr" bIns="45700" lIns="91425" spcFirstLastPara="1" rIns="91425" wrap="square" tIns="45700">
            <a:normAutofit/>
          </a:bodyPr>
          <a:lstStyle/>
          <a:p>
            <a:pPr indent="0" lvl="0" marL="0" marR="0" rtl="0" algn="ctr">
              <a:lnSpc>
                <a:spcPct val="90000"/>
              </a:lnSpc>
              <a:spcBef>
                <a:spcPts val="0"/>
              </a:spcBef>
              <a:spcAft>
                <a:spcPts val="0"/>
              </a:spcAft>
              <a:buNone/>
            </a:pPr>
            <a:r>
              <a:rPr b="1" i="0" lang="pt-PT" sz="4400" u="none" cap="none" strike="noStrike">
                <a:solidFill>
                  <a:srgbClr val="03045E"/>
                </a:solidFill>
                <a:latin typeface="Arial"/>
                <a:ea typeface="Arial"/>
                <a:cs typeface="Arial"/>
                <a:sym typeface="Arial"/>
              </a:rPr>
              <a:t>Deep Neural Networks Methods applied</a:t>
            </a:r>
            <a:br>
              <a:rPr b="0" i="0" lang="pt-PT" sz="1800" u="none" cap="none" strike="noStrike"/>
            </a:br>
            <a:r>
              <a:rPr b="1" i="0" lang="pt-PT" sz="4400" u="none" cap="none" strike="noStrike">
                <a:solidFill>
                  <a:srgbClr val="03045E"/>
                </a:solidFill>
                <a:latin typeface="Arial"/>
                <a:ea typeface="Arial"/>
                <a:cs typeface="Arial"/>
                <a:sym typeface="Arial"/>
              </a:rPr>
              <a:t>to Face-based Emotion Recognition</a:t>
            </a:r>
            <a:endParaRPr b="0" i="0" sz="4400" u="none" cap="none" strike="noStrike">
              <a:latin typeface="Arial"/>
              <a:ea typeface="Arial"/>
              <a:cs typeface="Arial"/>
              <a:sym typeface="Arial"/>
            </a:endParaRPr>
          </a:p>
        </p:txBody>
      </p:sp>
      <p:sp>
        <p:nvSpPr>
          <p:cNvPr id="434" name="Google Shape;434;p53"/>
          <p:cNvSpPr txBox="1"/>
          <p:nvPr/>
        </p:nvSpPr>
        <p:spPr>
          <a:xfrm>
            <a:off x="2089440" y="4598280"/>
            <a:ext cx="7767360" cy="46152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1" i="0" lang="pt-PT" sz="2400" u="none" cap="none" strike="noStrike">
                <a:solidFill>
                  <a:srgbClr val="0077B6"/>
                </a:solidFill>
                <a:latin typeface="Arial"/>
                <a:ea typeface="Arial"/>
                <a:cs typeface="Arial"/>
                <a:sym typeface="Arial"/>
              </a:rPr>
              <a:t>Leandro Miguel Pereira Ribeiro</a:t>
            </a:r>
            <a:endParaRPr b="0" i="0" sz="2400" u="none" cap="none" strike="noStrike">
              <a:latin typeface="Arial"/>
              <a:ea typeface="Arial"/>
              <a:cs typeface="Arial"/>
              <a:sym typeface="Arial"/>
            </a:endParaRPr>
          </a:p>
        </p:txBody>
      </p:sp>
      <p:sp>
        <p:nvSpPr>
          <p:cNvPr id="435" name="Google Shape;435;p53"/>
          <p:cNvSpPr txBox="1"/>
          <p:nvPr/>
        </p:nvSpPr>
        <p:spPr>
          <a:xfrm>
            <a:off x="2089440" y="3900600"/>
            <a:ext cx="7767360" cy="36936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Projeto Integrador em Engenharia Biomédica</a:t>
            </a:r>
            <a:endParaRPr b="0" i="0" sz="1800" u="none" cap="none" strike="noStrike">
              <a:latin typeface="Arial"/>
              <a:ea typeface="Arial"/>
              <a:cs typeface="Arial"/>
              <a:sym typeface="Arial"/>
            </a:endParaRPr>
          </a:p>
        </p:txBody>
      </p:sp>
      <p:sp>
        <p:nvSpPr>
          <p:cNvPr id="436" name="Google Shape;436;p53"/>
          <p:cNvSpPr txBox="1"/>
          <p:nvPr/>
        </p:nvSpPr>
        <p:spPr>
          <a:xfrm>
            <a:off x="2089440" y="5388120"/>
            <a:ext cx="7767360" cy="36936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0" i="0" lang="pt-PT" sz="1800" u="none" cap="none" strike="noStrike">
                <a:solidFill>
                  <a:srgbClr val="00B4D8"/>
                </a:solidFill>
                <a:latin typeface="Arial"/>
                <a:ea typeface="Arial"/>
                <a:cs typeface="Arial"/>
                <a:sym typeface="Arial"/>
              </a:rPr>
              <a:t>Orientadora: Ana Filipa Sequeira</a:t>
            </a:r>
            <a:endParaRPr b="0" i="0" sz="1800" u="none" cap="none" strike="noStrike">
              <a:latin typeface="Arial"/>
              <a:ea typeface="Arial"/>
              <a:cs typeface="Arial"/>
              <a:sym typeface="Arial"/>
            </a:endParaRPr>
          </a:p>
        </p:txBody>
      </p:sp>
      <p:sp>
        <p:nvSpPr>
          <p:cNvPr id="437" name="Google Shape;437;p53"/>
          <p:cNvSpPr txBox="1"/>
          <p:nvPr/>
        </p:nvSpPr>
        <p:spPr>
          <a:xfrm>
            <a:off x="2089440" y="5835960"/>
            <a:ext cx="7767360" cy="36936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0" i="0" lang="pt-PT" sz="1800" u="none" cap="none" strike="noStrike">
                <a:solidFill>
                  <a:srgbClr val="00B4D8"/>
                </a:solidFill>
                <a:latin typeface="Arial"/>
                <a:ea typeface="Arial"/>
                <a:cs typeface="Arial"/>
                <a:sym typeface="Arial"/>
              </a:rPr>
              <a:t>Coorientador: Pedro Neto</a:t>
            </a:r>
            <a:endParaRPr b="0" i="0" sz="1800" u="none" cap="none" strike="noStrike">
              <a:latin typeface="Arial"/>
              <a:ea typeface="Arial"/>
              <a:cs typeface="Arial"/>
              <a:sym typeface="Arial"/>
            </a:endParaRPr>
          </a:p>
        </p:txBody>
      </p:sp>
      <p:pic>
        <p:nvPicPr>
          <p:cNvPr descr="FEUP - Bachelor in Environmental Engineering" id="438" name="Google Shape;438;p53"/>
          <p:cNvPicPr preferRelativeResize="0"/>
          <p:nvPr/>
        </p:nvPicPr>
        <p:blipFill rotWithShape="1">
          <a:blip r:embed="rId3">
            <a:alphaModFix/>
          </a:blip>
          <a:srcRect b="0" l="0" r="0" t="0"/>
          <a:stretch/>
        </p:blipFill>
        <p:spPr>
          <a:xfrm>
            <a:off x="216360" y="154440"/>
            <a:ext cx="3474000" cy="1302840"/>
          </a:xfrm>
          <a:prstGeom prst="rect">
            <a:avLst/>
          </a:prstGeom>
          <a:noFill/>
          <a:ln>
            <a:noFill/>
          </a:ln>
        </p:spPr>
      </p:pic>
      <p:sp>
        <p:nvSpPr>
          <p:cNvPr id="439" name="Google Shape;439;p53"/>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4"/>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Índice</a:t>
            </a:r>
            <a:endParaRPr b="0" i="0" sz="5400" u="none" cap="none" strike="noStrike">
              <a:latin typeface="Arial"/>
              <a:ea typeface="Arial"/>
              <a:cs typeface="Arial"/>
              <a:sym typeface="Arial"/>
            </a:endParaRPr>
          </a:p>
        </p:txBody>
      </p:sp>
      <p:sp>
        <p:nvSpPr>
          <p:cNvPr id="446" name="Google Shape;446;p54"/>
          <p:cNvSpPr txBox="1"/>
          <p:nvPr/>
        </p:nvSpPr>
        <p:spPr>
          <a:xfrm>
            <a:off x="2335320" y="2001960"/>
            <a:ext cx="3672360" cy="13154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0" lang="pt-PT" sz="4000" u="none" cap="none" strike="noStrike">
                <a:solidFill>
                  <a:srgbClr val="0077B6"/>
                </a:solidFill>
                <a:latin typeface="Arial"/>
                <a:ea typeface="Arial"/>
                <a:cs typeface="Arial"/>
                <a:sym typeface="Arial"/>
              </a:rPr>
              <a:t>Introdução e Objetivos</a:t>
            </a:r>
            <a:endParaRPr b="0" i="0" sz="40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4000" u="none" cap="none" strike="noStrike">
              <a:latin typeface="Arial"/>
              <a:ea typeface="Arial"/>
              <a:cs typeface="Arial"/>
              <a:sym typeface="Arial"/>
            </a:endParaRPr>
          </a:p>
        </p:txBody>
      </p:sp>
      <p:sp>
        <p:nvSpPr>
          <p:cNvPr id="447" name="Google Shape;447;p54"/>
          <p:cNvSpPr txBox="1"/>
          <p:nvPr/>
        </p:nvSpPr>
        <p:spPr>
          <a:xfrm>
            <a:off x="7703280" y="2001960"/>
            <a:ext cx="3314880" cy="53496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0" lang="pt-PT" sz="4000" u="none" cap="none" strike="noStrike">
                <a:solidFill>
                  <a:srgbClr val="0077B6"/>
                </a:solidFill>
                <a:latin typeface="Arial"/>
                <a:ea typeface="Arial"/>
                <a:cs typeface="Arial"/>
                <a:sym typeface="Arial"/>
              </a:rPr>
              <a:t>Metodologia</a:t>
            </a:r>
            <a:endParaRPr b="0" i="0" sz="4000" u="none" cap="none" strike="noStrike">
              <a:latin typeface="Arial"/>
              <a:ea typeface="Arial"/>
              <a:cs typeface="Arial"/>
              <a:sym typeface="Arial"/>
            </a:endParaRPr>
          </a:p>
        </p:txBody>
      </p:sp>
      <p:sp>
        <p:nvSpPr>
          <p:cNvPr id="448" name="Google Shape;448;p54"/>
          <p:cNvSpPr txBox="1"/>
          <p:nvPr/>
        </p:nvSpPr>
        <p:spPr>
          <a:xfrm>
            <a:off x="7703280" y="4356000"/>
            <a:ext cx="3314880" cy="615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0" lang="pt-PT" sz="4000" u="none" cap="none" strike="noStrike">
                <a:solidFill>
                  <a:srgbClr val="0077B6"/>
                </a:solidFill>
                <a:latin typeface="Arial"/>
                <a:ea typeface="Arial"/>
                <a:cs typeface="Arial"/>
                <a:sym typeface="Arial"/>
              </a:rPr>
              <a:t>Conclusão</a:t>
            </a:r>
            <a:endParaRPr b="0" i="0" sz="4000" u="none" cap="none" strike="noStrike">
              <a:latin typeface="Arial"/>
              <a:ea typeface="Arial"/>
              <a:cs typeface="Arial"/>
              <a:sym typeface="Arial"/>
            </a:endParaRPr>
          </a:p>
        </p:txBody>
      </p:sp>
      <p:sp>
        <p:nvSpPr>
          <p:cNvPr id="449" name="Google Shape;449;p54"/>
          <p:cNvSpPr txBox="1"/>
          <p:nvPr/>
        </p:nvSpPr>
        <p:spPr>
          <a:xfrm>
            <a:off x="2335320" y="4132440"/>
            <a:ext cx="3314880" cy="13154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0" lang="pt-PT" sz="4000" u="none" cap="none" strike="noStrike">
                <a:solidFill>
                  <a:srgbClr val="0077B6"/>
                </a:solidFill>
                <a:latin typeface="Arial"/>
                <a:ea typeface="Arial"/>
                <a:cs typeface="Arial"/>
                <a:sym typeface="Arial"/>
              </a:rPr>
              <a:t>Resultados e Discussão</a:t>
            </a:r>
            <a:endParaRPr b="0" i="0" sz="4000" u="none" cap="none" strike="noStrike">
              <a:latin typeface="Arial"/>
              <a:ea typeface="Arial"/>
              <a:cs typeface="Arial"/>
              <a:sym typeface="Arial"/>
            </a:endParaRPr>
          </a:p>
        </p:txBody>
      </p:sp>
      <p:sp>
        <p:nvSpPr>
          <p:cNvPr id="450" name="Google Shape;450;p54"/>
          <p:cNvSpPr txBox="1"/>
          <p:nvPr/>
        </p:nvSpPr>
        <p:spPr>
          <a:xfrm>
            <a:off x="955440" y="2018520"/>
            <a:ext cx="1385640" cy="889920"/>
          </a:xfrm>
          <a:prstGeom prst="rect">
            <a:avLst/>
          </a:prstGeom>
          <a:noFill/>
          <a:ln>
            <a:noFill/>
          </a:ln>
        </p:spPr>
        <p:txBody>
          <a:bodyPr anchorCtr="1" anchor="t" bIns="122025" lIns="122025" spcFirstLastPara="1" rIns="122025" wrap="square" tIns="122025">
            <a:noAutofit/>
          </a:bodyPr>
          <a:lstStyle/>
          <a:p>
            <a:pPr indent="0" lvl="0" marL="0" marR="0" rtl="0" algn="ctr">
              <a:lnSpc>
                <a:spcPct val="90000"/>
              </a:lnSpc>
              <a:spcBef>
                <a:spcPts val="0"/>
              </a:spcBef>
              <a:spcAft>
                <a:spcPts val="0"/>
              </a:spcAft>
              <a:buNone/>
            </a:pPr>
            <a:r>
              <a:rPr b="0" i="0" lang="pt-PT" sz="5070" u="none" cap="none" strike="noStrike">
                <a:solidFill>
                  <a:srgbClr val="03045E"/>
                </a:solidFill>
                <a:latin typeface="Play"/>
                <a:ea typeface="Play"/>
                <a:cs typeface="Play"/>
                <a:sym typeface="Play"/>
              </a:rPr>
              <a:t>01</a:t>
            </a:r>
            <a:endParaRPr b="0" i="0" sz="5070" u="none" cap="none" strike="noStrike">
              <a:latin typeface="Arial"/>
              <a:ea typeface="Arial"/>
              <a:cs typeface="Arial"/>
              <a:sym typeface="Arial"/>
            </a:endParaRPr>
          </a:p>
        </p:txBody>
      </p:sp>
      <p:sp>
        <p:nvSpPr>
          <p:cNvPr id="451" name="Google Shape;451;p54"/>
          <p:cNvSpPr txBox="1"/>
          <p:nvPr/>
        </p:nvSpPr>
        <p:spPr>
          <a:xfrm>
            <a:off x="6229440" y="1999800"/>
            <a:ext cx="1385640" cy="889920"/>
          </a:xfrm>
          <a:prstGeom prst="rect">
            <a:avLst/>
          </a:prstGeom>
          <a:noFill/>
          <a:ln>
            <a:noFill/>
          </a:ln>
        </p:spPr>
        <p:txBody>
          <a:bodyPr anchorCtr="1" anchor="t" bIns="122025" lIns="122025" spcFirstLastPara="1" rIns="122025" wrap="square" tIns="122025">
            <a:noAutofit/>
          </a:bodyPr>
          <a:lstStyle/>
          <a:p>
            <a:pPr indent="0" lvl="0" marL="0" marR="0" rtl="0" algn="ctr">
              <a:lnSpc>
                <a:spcPct val="90000"/>
              </a:lnSpc>
              <a:spcBef>
                <a:spcPts val="0"/>
              </a:spcBef>
              <a:spcAft>
                <a:spcPts val="0"/>
              </a:spcAft>
              <a:buNone/>
            </a:pPr>
            <a:r>
              <a:rPr b="0" i="0" lang="pt-PT" sz="5070" u="none" cap="none" strike="noStrike">
                <a:solidFill>
                  <a:srgbClr val="03045E"/>
                </a:solidFill>
                <a:latin typeface="Play"/>
                <a:ea typeface="Play"/>
                <a:cs typeface="Play"/>
                <a:sym typeface="Play"/>
              </a:rPr>
              <a:t>02</a:t>
            </a:r>
            <a:endParaRPr b="0" i="0" sz="5070" u="none" cap="none" strike="noStrike">
              <a:latin typeface="Arial"/>
              <a:ea typeface="Arial"/>
              <a:cs typeface="Arial"/>
              <a:sym typeface="Arial"/>
            </a:endParaRPr>
          </a:p>
        </p:txBody>
      </p:sp>
      <p:sp>
        <p:nvSpPr>
          <p:cNvPr id="452" name="Google Shape;452;p54"/>
          <p:cNvSpPr txBox="1"/>
          <p:nvPr/>
        </p:nvSpPr>
        <p:spPr>
          <a:xfrm>
            <a:off x="955440" y="4363560"/>
            <a:ext cx="1385640" cy="889920"/>
          </a:xfrm>
          <a:prstGeom prst="rect">
            <a:avLst/>
          </a:prstGeom>
          <a:noFill/>
          <a:ln>
            <a:noFill/>
          </a:ln>
        </p:spPr>
        <p:txBody>
          <a:bodyPr anchorCtr="1" anchor="t" bIns="122025" lIns="122025" spcFirstLastPara="1" rIns="122025" wrap="square" tIns="122025">
            <a:noAutofit/>
          </a:bodyPr>
          <a:lstStyle/>
          <a:p>
            <a:pPr indent="0" lvl="0" marL="0" marR="0" rtl="0" algn="ctr">
              <a:lnSpc>
                <a:spcPct val="90000"/>
              </a:lnSpc>
              <a:spcBef>
                <a:spcPts val="0"/>
              </a:spcBef>
              <a:spcAft>
                <a:spcPts val="0"/>
              </a:spcAft>
              <a:buNone/>
            </a:pPr>
            <a:r>
              <a:rPr b="0" i="0" lang="pt-PT" sz="5070" u="none" cap="none" strike="noStrike">
                <a:solidFill>
                  <a:srgbClr val="03045E"/>
                </a:solidFill>
                <a:latin typeface="Play"/>
                <a:ea typeface="Play"/>
                <a:cs typeface="Play"/>
                <a:sym typeface="Play"/>
              </a:rPr>
              <a:t>03</a:t>
            </a:r>
            <a:endParaRPr b="0" i="0" sz="5070" u="none" cap="none" strike="noStrike">
              <a:latin typeface="Arial"/>
              <a:ea typeface="Arial"/>
              <a:cs typeface="Arial"/>
              <a:sym typeface="Arial"/>
            </a:endParaRPr>
          </a:p>
        </p:txBody>
      </p:sp>
      <p:sp>
        <p:nvSpPr>
          <p:cNvPr id="453" name="Google Shape;453;p54"/>
          <p:cNvSpPr txBox="1"/>
          <p:nvPr/>
        </p:nvSpPr>
        <p:spPr>
          <a:xfrm>
            <a:off x="6229440" y="4345200"/>
            <a:ext cx="1385640" cy="889920"/>
          </a:xfrm>
          <a:prstGeom prst="rect">
            <a:avLst/>
          </a:prstGeom>
          <a:noFill/>
          <a:ln>
            <a:noFill/>
          </a:ln>
        </p:spPr>
        <p:txBody>
          <a:bodyPr anchorCtr="1" anchor="t" bIns="122025" lIns="122025" spcFirstLastPara="1" rIns="122025" wrap="square" tIns="122025">
            <a:noAutofit/>
          </a:bodyPr>
          <a:lstStyle/>
          <a:p>
            <a:pPr indent="0" lvl="0" marL="0" marR="0" rtl="0" algn="ctr">
              <a:lnSpc>
                <a:spcPct val="90000"/>
              </a:lnSpc>
              <a:spcBef>
                <a:spcPts val="0"/>
              </a:spcBef>
              <a:spcAft>
                <a:spcPts val="0"/>
              </a:spcAft>
              <a:buNone/>
            </a:pPr>
            <a:r>
              <a:rPr b="0" i="0" lang="pt-PT" sz="5070" u="none" cap="none" strike="noStrike">
                <a:solidFill>
                  <a:srgbClr val="03045E"/>
                </a:solidFill>
                <a:latin typeface="Play"/>
                <a:ea typeface="Play"/>
                <a:cs typeface="Play"/>
                <a:sym typeface="Play"/>
              </a:rPr>
              <a:t>04</a:t>
            </a:r>
            <a:endParaRPr b="0" i="0" sz="5070" u="none" cap="none" strike="noStrike">
              <a:latin typeface="Arial"/>
              <a:ea typeface="Arial"/>
              <a:cs typeface="Arial"/>
              <a:sym typeface="Arial"/>
            </a:endParaRPr>
          </a:p>
        </p:txBody>
      </p:sp>
      <p:sp>
        <p:nvSpPr>
          <p:cNvPr id="454" name="Google Shape;454;p54"/>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5"/>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01 - Introdução</a:t>
            </a:r>
            <a:endParaRPr b="0" i="0" sz="5400" u="none" cap="none" strike="noStrike">
              <a:latin typeface="Arial"/>
              <a:ea typeface="Arial"/>
              <a:cs typeface="Arial"/>
              <a:sym typeface="Arial"/>
            </a:endParaRPr>
          </a:p>
        </p:txBody>
      </p:sp>
      <p:pic>
        <p:nvPicPr>
          <p:cNvPr id="461" name="Google Shape;461;p55"/>
          <p:cNvPicPr preferRelativeResize="0"/>
          <p:nvPr/>
        </p:nvPicPr>
        <p:blipFill rotWithShape="1">
          <a:blip r:embed="rId3">
            <a:alphaModFix/>
          </a:blip>
          <a:srcRect b="0" l="0" r="0" t="0"/>
          <a:stretch/>
        </p:blipFill>
        <p:spPr>
          <a:xfrm>
            <a:off x="3494160" y="4246560"/>
            <a:ext cx="846360" cy="846360"/>
          </a:xfrm>
          <a:prstGeom prst="rect">
            <a:avLst/>
          </a:prstGeom>
          <a:noFill/>
          <a:ln>
            <a:noFill/>
          </a:ln>
        </p:spPr>
      </p:pic>
      <p:pic>
        <p:nvPicPr>
          <p:cNvPr id="462" name="Google Shape;462;p55"/>
          <p:cNvPicPr preferRelativeResize="0"/>
          <p:nvPr/>
        </p:nvPicPr>
        <p:blipFill rotWithShape="1">
          <a:blip r:embed="rId4">
            <a:alphaModFix/>
          </a:blip>
          <a:srcRect b="0" l="0" r="0" t="0"/>
          <a:stretch/>
        </p:blipFill>
        <p:spPr>
          <a:xfrm>
            <a:off x="2312280" y="4258080"/>
            <a:ext cx="846360" cy="846360"/>
          </a:xfrm>
          <a:prstGeom prst="rect">
            <a:avLst/>
          </a:prstGeom>
          <a:noFill/>
          <a:ln>
            <a:noFill/>
          </a:ln>
        </p:spPr>
      </p:pic>
      <p:pic>
        <p:nvPicPr>
          <p:cNvPr id="463" name="Google Shape;463;p55"/>
          <p:cNvPicPr preferRelativeResize="0"/>
          <p:nvPr/>
        </p:nvPicPr>
        <p:blipFill rotWithShape="1">
          <a:blip r:embed="rId5">
            <a:alphaModFix/>
          </a:blip>
          <a:srcRect b="0" l="0" r="0" t="0"/>
          <a:stretch/>
        </p:blipFill>
        <p:spPr>
          <a:xfrm>
            <a:off x="1087560" y="2890800"/>
            <a:ext cx="846360" cy="846360"/>
          </a:xfrm>
          <a:prstGeom prst="rect">
            <a:avLst/>
          </a:prstGeom>
          <a:noFill/>
          <a:ln>
            <a:noFill/>
          </a:ln>
        </p:spPr>
      </p:pic>
      <p:pic>
        <p:nvPicPr>
          <p:cNvPr id="464" name="Google Shape;464;p55"/>
          <p:cNvPicPr preferRelativeResize="0"/>
          <p:nvPr/>
        </p:nvPicPr>
        <p:blipFill rotWithShape="1">
          <a:blip r:embed="rId6">
            <a:alphaModFix/>
          </a:blip>
          <a:srcRect b="0" l="0" r="0" t="0"/>
          <a:stretch/>
        </p:blipFill>
        <p:spPr>
          <a:xfrm>
            <a:off x="3449520" y="2890800"/>
            <a:ext cx="846360" cy="846360"/>
          </a:xfrm>
          <a:prstGeom prst="rect">
            <a:avLst/>
          </a:prstGeom>
          <a:noFill/>
          <a:ln>
            <a:noFill/>
          </a:ln>
        </p:spPr>
      </p:pic>
      <p:pic>
        <p:nvPicPr>
          <p:cNvPr id="465" name="Google Shape;465;p55"/>
          <p:cNvPicPr preferRelativeResize="0"/>
          <p:nvPr/>
        </p:nvPicPr>
        <p:blipFill rotWithShape="1">
          <a:blip r:embed="rId7">
            <a:alphaModFix/>
          </a:blip>
          <a:srcRect b="0" l="0" r="0" t="0"/>
          <a:stretch/>
        </p:blipFill>
        <p:spPr>
          <a:xfrm>
            <a:off x="2228760" y="2870280"/>
            <a:ext cx="846360" cy="846360"/>
          </a:xfrm>
          <a:prstGeom prst="rect">
            <a:avLst/>
          </a:prstGeom>
          <a:noFill/>
          <a:ln>
            <a:noFill/>
          </a:ln>
        </p:spPr>
      </p:pic>
      <p:pic>
        <p:nvPicPr>
          <p:cNvPr id="466" name="Google Shape;466;p55"/>
          <p:cNvPicPr preferRelativeResize="0"/>
          <p:nvPr/>
        </p:nvPicPr>
        <p:blipFill rotWithShape="1">
          <a:blip r:embed="rId8">
            <a:alphaModFix/>
          </a:blip>
          <a:srcRect b="0" l="0" r="0" t="0"/>
          <a:stretch/>
        </p:blipFill>
        <p:spPr>
          <a:xfrm>
            <a:off x="4773600" y="3400200"/>
            <a:ext cx="846360" cy="846360"/>
          </a:xfrm>
          <a:prstGeom prst="rect">
            <a:avLst/>
          </a:prstGeom>
          <a:noFill/>
          <a:ln>
            <a:noFill/>
          </a:ln>
        </p:spPr>
      </p:pic>
      <p:pic>
        <p:nvPicPr>
          <p:cNvPr id="467" name="Google Shape;467;p55"/>
          <p:cNvPicPr preferRelativeResize="0"/>
          <p:nvPr/>
        </p:nvPicPr>
        <p:blipFill rotWithShape="1">
          <a:blip r:embed="rId9">
            <a:alphaModFix/>
          </a:blip>
          <a:srcRect b="0" l="0" r="0" t="0"/>
          <a:stretch/>
        </p:blipFill>
        <p:spPr>
          <a:xfrm>
            <a:off x="1093680" y="4270680"/>
            <a:ext cx="846360" cy="846360"/>
          </a:xfrm>
          <a:prstGeom prst="rect">
            <a:avLst/>
          </a:prstGeom>
          <a:noFill/>
          <a:ln>
            <a:noFill/>
          </a:ln>
        </p:spPr>
      </p:pic>
      <p:pic>
        <p:nvPicPr>
          <p:cNvPr descr="A two-dimensional representation of emotional state, governed by... |  Download Scientific Diagram" id="468" name="Google Shape;468;p55"/>
          <p:cNvPicPr preferRelativeResize="0"/>
          <p:nvPr/>
        </p:nvPicPr>
        <p:blipFill rotWithShape="1">
          <a:blip r:embed="rId10">
            <a:alphaModFix/>
          </a:blip>
          <a:srcRect b="0" l="0" r="0" t="0"/>
          <a:stretch/>
        </p:blipFill>
        <p:spPr>
          <a:xfrm>
            <a:off x="6323760" y="1675080"/>
            <a:ext cx="4819680" cy="4181400"/>
          </a:xfrm>
          <a:prstGeom prst="rect">
            <a:avLst/>
          </a:prstGeom>
          <a:noFill/>
          <a:ln>
            <a:noFill/>
          </a:ln>
        </p:spPr>
      </p:pic>
      <p:sp>
        <p:nvSpPr>
          <p:cNvPr id="469" name="Google Shape;469;p55"/>
          <p:cNvSpPr txBox="1"/>
          <p:nvPr/>
        </p:nvSpPr>
        <p:spPr>
          <a:xfrm>
            <a:off x="858240" y="3749400"/>
            <a:ext cx="130464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Happiness</a:t>
            </a:r>
            <a:endParaRPr b="0" i="0" sz="1800" u="none" cap="none" strike="noStrike">
              <a:latin typeface="Arial"/>
              <a:ea typeface="Arial"/>
              <a:cs typeface="Arial"/>
              <a:sym typeface="Arial"/>
            </a:endParaRPr>
          </a:p>
        </p:txBody>
      </p:sp>
      <p:sp>
        <p:nvSpPr>
          <p:cNvPr id="470" name="Google Shape;470;p55"/>
          <p:cNvSpPr txBox="1"/>
          <p:nvPr/>
        </p:nvSpPr>
        <p:spPr>
          <a:xfrm>
            <a:off x="2143800" y="3748320"/>
            <a:ext cx="109512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Surprise</a:t>
            </a:r>
            <a:endParaRPr b="0" i="0" sz="1800" u="none" cap="none" strike="noStrike">
              <a:latin typeface="Arial"/>
              <a:ea typeface="Arial"/>
              <a:cs typeface="Arial"/>
              <a:sym typeface="Arial"/>
            </a:endParaRPr>
          </a:p>
        </p:txBody>
      </p:sp>
      <p:sp>
        <p:nvSpPr>
          <p:cNvPr id="471" name="Google Shape;471;p55"/>
          <p:cNvSpPr txBox="1"/>
          <p:nvPr/>
        </p:nvSpPr>
        <p:spPr>
          <a:xfrm>
            <a:off x="3324960" y="3748320"/>
            <a:ext cx="109512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Sadness</a:t>
            </a:r>
            <a:endParaRPr b="0" i="0" sz="1800" u="none" cap="none" strike="noStrike">
              <a:latin typeface="Arial"/>
              <a:ea typeface="Arial"/>
              <a:cs typeface="Arial"/>
              <a:sym typeface="Arial"/>
            </a:endParaRPr>
          </a:p>
        </p:txBody>
      </p:sp>
      <p:sp>
        <p:nvSpPr>
          <p:cNvPr id="472" name="Google Shape;472;p55"/>
          <p:cNvSpPr txBox="1"/>
          <p:nvPr/>
        </p:nvSpPr>
        <p:spPr>
          <a:xfrm>
            <a:off x="1093680" y="5104440"/>
            <a:ext cx="109512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Anger</a:t>
            </a:r>
            <a:endParaRPr b="0" i="0" sz="1800" u="none" cap="none" strike="noStrike">
              <a:latin typeface="Arial"/>
              <a:ea typeface="Arial"/>
              <a:cs typeface="Arial"/>
              <a:sym typeface="Arial"/>
            </a:endParaRPr>
          </a:p>
        </p:txBody>
      </p:sp>
      <p:sp>
        <p:nvSpPr>
          <p:cNvPr id="473" name="Google Shape;473;p55"/>
          <p:cNvSpPr txBox="1"/>
          <p:nvPr/>
        </p:nvSpPr>
        <p:spPr>
          <a:xfrm>
            <a:off x="2385000" y="5117040"/>
            <a:ext cx="75744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Fear</a:t>
            </a:r>
            <a:endParaRPr b="0" i="0" sz="1800" u="none" cap="none" strike="noStrike">
              <a:latin typeface="Arial"/>
              <a:ea typeface="Arial"/>
              <a:cs typeface="Arial"/>
              <a:sym typeface="Arial"/>
            </a:endParaRPr>
          </a:p>
        </p:txBody>
      </p:sp>
      <p:sp>
        <p:nvSpPr>
          <p:cNvPr id="474" name="Google Shape;474;p55"/>
          <p:cNvSpPr txBox="1"/>
          <p:nvPr/>
        </p:nvSpPr>
        <p:spPr>
          <a:xfrm>
            <a:off x="3449520" y="5108400"/>
            <a:ext cx="109512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Disgust</a:t>
            </a:r>
            <a:endParaRPr b="0" i="0" sz="1800" u="none" cap="none" strike="noStrike">
              <a:latin typeface="Arial"/>
              <a:ea typeface="Arial"/>
              <a:cs typeface="Arial"/>
              <a:sym typeface="Arial"/>
            </a:endParaRPr>
          </a:p>
        </p:txBody>
      </p:sp>
      <p:sp>
        <p:nvSpPr>
          <p:cNvPr id="475" name="Google Shape;475;p55"/>
          <p:cNvSpPr txBox="1"/>
          <p:nvPr/>
        </p:nvSpPr>
        <p:spPr>
          <a:xfrm>
            <a:off x="4673160" y="4300560"/>
            <a:ext cx="127332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PT" sz="1800" u="none" cap="none" strike="noStrike">
                <a:solidFill>
                  <a:srgbClr val="0077B6"/>
                </a:solidFill>
                <a:latin typeface="Arial"/>
                <a:ea typeface="Arial"/>
                <a:cs typeface="Arial"/>
                <a:sym typeface="Arial"/>
              </a:rPr>
              <a:t>Contempt</a:t>
            </a:r>
            <a:endParaRPr b="0" i="0" sz="1800" u="none" cap="none" strike="noStrike">
              <a:latin typeface="Arial"/>
              <a:ea typeface="Arial"/>
              <a:cs typeface="Arial"/>
              <a:sym typeface="Arial"/>
            </a:endParaRPr>
          </a:p>
        </p:txBody>
      </p:sp>
      <p:sp>
        <p:nvSpPr>
          <p:cNvPr id="476" name="Google Shape;476;p55"/>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6"/>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01 - Introdução</a:t>
            </a:r>
            <a:endParaRPr b="0" i="0" sz="5400" u="none" cap="none" strike="noStrike">
              <a:latin typeface="Arial"/>
              <a:ea typeface="Arial"/>
              <a:cs typeface="Arial"/>
              <a:sym typeface="Arial"/>
            </a:endParaRPr>
          </a:p>
        </p:txBody>
      </p:sp>
      <p:pic>
        <p:nvPicPr>
          <p:cNvPr descr="A diagram of a function&#10;&#10;Description automatically generated" id="483" name="Google Shape;483;p56"/>
          <p:cNvPicPr preferRelativeResize="0"/>
          <p:nvPr/>
        </p:nvPicPr>
        <p:blipFill rotWithShape="1">
          <a:blip r:embed="rId3">
            <a:alphaModFix/>
          </a:blip>
          <a:srcRect b="0" l="0" r="0" t="0"/>
          <a:stretch/>
        </p:blipFill>
        <p:spPr>
          <a:xfrm>
            <a:off x="3305520" y="2142360"/>
            <a:ext cx="5581080" cy="3694320"/>
          </a:xfrm>
          <a:prstGeom prst="rect">
            <a:avLst/>
          </a:prstGeom>
          <a:noFill/>
          <a:ln>
            <a:noFill/>
          </a:ln>
        </p:spPr>
      </p:pic>
      <p:sp>
        <p:nvSpPr>
          <p:cNvPr id="484" name="Google Shape;484;p56"/>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7"/>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01 - Introdução</a:t>
            </a:r>
            <a:endParaRPr b="0" i="0" sz="5400" u="none" cap="none" strike="noStrike">
              <a:latin typeface="Arial"/>
              <a:ea typeface="Arial"/>
              <a:cs typeface="Arial"/>
              <a:sym typeface="Arial"/>
            </a:endParaRPr>
          </a:p>
        </p:txBody>
      </p:sp>
      <p:sp>
        <p:nvSpPr>
          <p:cNvPr id="491" name="Google Shape;491;p57"/>
          <p:cNvSpPr txBox="1"/>
          <p:nvPr/>
        </p:nvSpPr>
        <p:spPr>
          <a:xfrm>
            <a:off x="1377000" y="2345040"/>
            <a:ext cx="8692200" cy="353952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Transtorno do espectro do autismo</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Interações mãe-bebé</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Cognição social</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Taxa de suicídio</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Deteção de crime </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Detetores de mentiras</a:t>
            </a:r>
            <a:endParaRPr b="0" i="0" sz="2800" u="none" cap="none" strike="noStrike">
              <a:latin typeface="Arial"/>
              <a:ea typeface="Arial"/>
              <a:cs typeface="Arial"/>
              <a:sym typeface="Arial"/>
            </a:endParaRPr>
          </a:p>
          <a:p>
            <a:pPr indent="0" lvl="0" marL="0" marR="0" rtl="0" algn="just">
              <a:lnSpc>
                <a:spcPct val="100000"/>
              </a:lnSpc>
              <a:spcBef>
                <a:spcPts val="0"/>
              </a:spcBef>
              <a:spcAft>
                <a:spcPts val="0"/>
              </a:spcAft>
              <a:buNone/>
            </a:pPr>
            <a:r>
              <a:rPr b="0" i="0" lang="pt-PT" sz="2800" u="none" cap="none" strike="noStrike">
                <a:solidFill>
                  <a:srgbClr val="0077B6"/>
                </a:solidFill>
                <a:latin typeface="Arial"/>
                <a:ea typeface="Arial"/>
                <a:cs typeface="Arial"/>
                <a:sym typeface="Arial"/>
              </a:rPr>
              <a:t> </a:t>
            </a:r>
            <a:endParaRPr b="0" i="0" sz="2800" u="none" cap="none" strike="noStrike">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latin typeface="Arial"/>
              <a:ea typeface="Arial"/>
              <a:cs typeface="Arial"/>
              <a:sym typeface="Arial"/>
            </a:endParaRPr>
          </a:p>
        </p:txBody>
      </p:sp>
      <p:sp>
        <p:nvSpPr>
          <p:cNvPr id="492" name="Google Shape;492;p57"/>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8"/>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01 - Objetivos</a:t>
            </a:r>
            <a:endParaRPr b="0" i="0" sz="5400" u="none" cap="none" strike="noStrike">
              <a:latin typeface="Arial"/>
              <a:ea typeface="Arial"/>
              <a:cs typeface="Arial"/>
              <a:sym typeface="Arial"/>
            </a:endParaRPr>
          </a:p>
        </p:txBody>
      </p:sp>
      <p:sp>
        <p:nvSpPr>
          <p:cNvPr id="499" name="Google Shape;499;p58"/>
          <p:cNvSpPr txBox="1"/>
          <p:nvPr/>
        </p:nvSpPr>
        <p:spPr>
          <a:xfrm>
            <a:off x="1377000" y="2345040"/>
            <a:ext cx="8692200" cy="353952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Avaliação da possibilidade de representar a face por </a:t>
            </a:r>
            <a:r>
              <a:rPr b="0" i="1" lang="pt-PT" sz="2800" u="none" cap="none" strike="noStrike">
                <a:solidFill>
                  <a:srgbClr val="0077B6"/>
                </a:solidFill>
                <a:latin typeface="Arial"/>
                <a:ea typeface="Arial"/>
                <a:cs typeface="Arial"/>
                <a:sym typeface="Arial"/>
              </a:rPr>
              <a:t>landmarks</a:t>
            </a:r>
            <a:endParaRPr b="0" i="0" sz="2800" u="none" cap="none" strike="noStrike">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Influência de traços faciais na performance</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Como o reconhecimento de emoções pela face vai de encontro aos Objetivos de Desenvolvimento Sustentável </a:t>
            </a:r>
            <a:endParaRPr b="0" i="0" sz="2800" u="none" cap="none" strike="noStrike">
              <a:latin typeface="Arial"/>
              <a:ea typeface="Arial"/>
              <a:cs typeface="Arial"/>
              <a:sym typeface="Arial"/>
            </a:endParaRPr>
          </a:p>
          <a:p>
            <a:pPr indent="0" lvl="0" marL="0" marR="0" rtl="0" algn="just">
              <a:lnSpc>
                <a:spcPct val="100000"/>
              </a:lnSpc>
              <a:spcBef>
                <a:spcPts val="0"/>
              </a:spcBef>
              <a:spcAft>
                <a:spcPts val="0"/>
              </a:spcAft>
              <a:buNone/>
            </a:pPr>
            <a:r>
              <a:rPr b="0" i="0" lang="pt-PT" sz="2800" u="none" cap="none" strike="noStrike">
                <a:solidFill>
                  <a:srgbClr val="0077B6"/>
                </a:solidFill>
                <a:latin typeface="Arial"/>
                <a:ea typeface="Arial"/>
                <a:cs typeface="Arial"/>
                <a:sym typeface="Arial"/>
              </a:rPr>
              <a:t> </a:t>
            </a:r>
            <a:endParaRPr b="0" i="0" sz="2800" u="none" cap="none" strike="noStrike">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latin typeface="Arial"/>
              <a:ea typeface="Arial"/>
              <a:cs typeface="Arial"/>
              <a:sym typeface="Arial"/>
            </a:endParaRPr>
          </a:p>
        </p:txBody>
      </p:sp>
      <p:sp>
        <p:nvSpPr>
          <p:cNvPr id="500" name="Google Shape;500;p58"/>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9"/>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02 - Metodologia</a:t>
            </a:r>
            <a:endParaRPr b="0" i="0" sz="5400" u="none" cap="none" strike="noStrike">
              <a:latin typeface="Arial"/>
              <a:ea typeface="Arial"/>
              <a:cs typeface="Arial"/>
              <a:sym typeface="Arial"/>
            </a:endParaRPr>
          </a:p>
        </p:txBody>
      </p:sp>
      <p:sp>
        <p:nvSpPr>
          <p:cNvPr id="507" name="Google Shape;507;p59"/>
          <p:cNvSpPr txBox="1"/>
          <p:nvPr/>
        </p:nvSpPr>
        <p:spPr>
          <a:xfrm>
            <a:off x="4340520" y="2432520"/>
            <a:ext cx="3489480" cy="52308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0" i="1" lang="pt-PT" sz="2800" u="none" cap="none" strike="noStrike">
                <a:solidFill>
                  <a:srgbClr val="0077B6"/>
                </a:solidFill>
                <a:latin typeface="Arial"/>
                <a:ea typeface="Arial"/>
                <a:cs typeface="Arial"/>
                <a:sym typeface="Arial"/>
              </a:rPr>
              <a:t>MediaPipe Solutions</a:t>
            </a:r>
            <a:endParaRPr b="0" i="0" sz="2800" u="none" cap="none" strike="noStrike">
              <a:latin typeface="Arial"/>
              <a:ea typeface="Arial"/>
              <a:cs typeface="Arial"/>
              <a:sym typeface="Arial"/>
            </a:endParaRPr>
          </a:p>
        </p:txBody>
      </p:sp>
      <p:sp>
        <p:nvSpPr>
          <p:cNvPr id="508" name="Google Shape;508;p59"/>
          <p:cNvSpPr txBox="1"/>
          <p:nvPr/>
        </p:nvSpPr>
        <p:spPr>
          <a:xfrm>
            <a:off x="282600" y="4893840"/>
            <a:ext cx="2715840" cy="52308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0" i="1" lang="pt-PT" sz="2800" u="none" cap="none" strike="noStrike">
                <a:solidFill>
                  <a:srgbClr val="0077B6"/>
                </a:solidFill>
                <a:latin typeface="Arial"/>
                <a:ea typeface="Arial"/>
                <a:cs typeface="Arial"/>
                <a:sym typeface="Arial"/>
              </a:rPr>
              <a:t>FER+ Dataset</a:t>
            </a:r>
            <a:endParaRPr b="0" i="0" sz="2800" u="none" cap="none" strike="noStrike">
              <a:latin typeface="Arial"/>
              <a:ea typeface="Arial"/>
              <a:cs typeface="Arial"/>
              <a:sym typeface="Arial"/>
            </a:endParaRPr>
          </a:p>
        </p:txBody>
      </p:sp>
      <p:sp>
        <p:nvSpPr>
          <p:cNvPr id="509" name="Google Shape;509;p59"/>
          <p:cNvSpPr txBox="1"/>
          <p:nvPr/>
        </p:nvSpPr>
        <p:spPr>
          <a:xfrm>
            <a:off x="9513000" y="4783680"/>
            <a:ext cx="2117160" cy="52308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None/>
            </a:pPr>
            <a:r>
              <a:rPr b="0" i="1" lang="pt-PT" sz="2800" u="none" cap="none" strike="noStrike">
                <a:solidFill>
                  <a:srgbClr val="0077B6"/>
                </a:solidFill>
                <a:latin typeface="Arial"/>
                <a:ea typeface="Arial"/>
                <a:cs typeface="Arial"/>
                <a:sym typeface="Arial"/>
              </a:rPr>
              <a:t>ResNet-18</a:t>
            </a:r>
            <a:endParaRPr b="0" i="0" sz="2800" u="none" cap="none" strike="noStrike">
              <a:latin typeface="Arial"/>
              <a:ea typeface="Arial"/>
              <a:cs typeface="Arial"/>
              <a:sym typeface="Arial"/>
            </a:endParaRPr>
          </a:p>
        </p:txBody>
      </p:sp>
      <p:grpSp>
        <p:nvGrpSpPr>
          <p:cNvPr id="510" name="Google Shape;510;p59"/>
          <p:cNvGrpSpPr/>
          <p:nvPr/>
        </p:nvGrpSpPr>
        <p:grpSpPr>
          <a:xfrm>
            <a:off x="2494080" y="3726720"/>
            <a:ext cx="2008440" cy="657000"/>
            <a:chOff x="2494080" y="3726720"/>
            <a:chExt cx="2008440" cy="657000"/>
          </a:xfrm>
        </p:grpSpPr>
        <p:sp>
          <p:nvSpPr>
            <p:cNvPr id="511" name="Google Shape;511;p59"/>
            <p:cNvSpPr/>
            <p:nvPr/>
          </p:nvSpPr>
          <p:spPr>
            <a:xfrm>
              <a:off x="2494080" y="3745080"/>
              <a:ext cx="2008440" cy="63864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12" name="Google Shape;512;p59"/>
            <p:cNvSpPr txBox="1"/>
            <p:nvPr/>
          </p:nvSpPr>
          <p:spPr>
            <a:xfrm>
              <a:off x="2579400" y="3726720"/>
              <a:ext cx="1810440" cy="64620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1800" u="none" cap="none" strike="noStrike">
                  <a:solidFill>
                    <a:srgbClr val="0077B6"/>
                  </a:solidFill>
                  <a:latin typeface="Arial"/>
                  <a:ea typeface="Arial"/>
                  <a:cs typeface="Arial"/>
                  <a:sym typeface="Arial"/>
                </a:rPr>
                <a:t>Image Samples</a:t>
              </a:r>
              <a:endParaRPr b="0" i="0" sz="1800" u="none" cap="none" strike="noStrike">
                <a:latin typeface="Arial"/>
                <a:ea typeface="Arial"/>
                <a:cs typeface="Arial"/>
                <a:sym typeface="Arial"/>
              </a:endParaRPr>
            </a:p>
          </p:txBody>
        </p:sp>
      </p:grpSp>
      <p:grpSp>
        <p:nvGrpSpPr>
          <p:cNvPr id="513" name="Google Shape;513;p59"/>
          <p:cNvGrpSpPr/>
          <p:nvPr/>
        </p:nvGrpSpPr>
        <p:grpSpPr>
          <a:xfrm>
            <a:off x="5078160" y="3741480"/>
            <a:ext cx="2008440" cy="638640"/>
            <a:chOff x="5078160" y="3741480"/>
            <a:chExt cx="2008440" cy="638640"/>
          </a:xfrm>
        </p:grpSpPr>
        <p:sp>
          <p:nvSpPr>
            <p:cNvPr id="514" name="Google Shape;514;p59"/>
            <p:cNvSpPr/>
            <p:nvPr/>
          </p:nvSpPr>
          <p:spPr>
            <a:xfrm>
              <a:off x="5078160" y="3741480"/>
              <a:ext cx="2008440" cy="63864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15" name="Google Shape;515;p59"/>
            <p:cNvSpPr txBox="1"/>
            <p:nvPr/>
          </p:nvSpPr>
          <p:spPr>
            <a:xfrm>
              <a:off x="5163480" y="3861720"/>
              <a:ext cx="1810440" cy="36936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1800" u="none" cap="none" strike="noStrike">
                  <a:solidFill>
                    <a:srgbClr val="0077B6"/>
                  </a:solidFill>
                  <a:latin typeface="Arial"/>
                  <a:ea typeface="Arial"/>
                  <a:cs typeface="Arial"/>
                  <a:sym typeface="Arial"/>
                </a:rPr>
                <a:t>Landmarks</a:t>
              </a:r>
              <a:endParaRPr b="0" i="0" sz="1800" u="none" cap="none" strike="noStrike">
                <a:latin typeface="Arial"/>
                <a:ea typeface="Arial"/>
                <a:cs typeface="Arial"/>
                <a:sym typeface="Arial"/>
              </a:endParaRPr>
            </a:p>
          </p:txBody>
        </p:sp>
      </p:grpSp>
      <p:grpSp>
        <p:nvGrpSpPr>
          <p:cNvPr id="516" name="Google Shape;516;p59"/>
          <p:cNvGrpSpPr/>
          <p:nvPr/>
        </p:nvGrpSpPr>
        <p:grpSpPr>
          <a:xfrm>
            <a:off x="7689600" y="3724920"/>
            <a:ext cx="2008440" cy="657000"/>
            <a:chOff x="7689600" y="3724920"/>
            <a:chExt cx="2008440" cy="657000"/>
          </a:xfrm>
        </p:grpSpPr>
        <p:sp>
          <p:nvSpPr>
            <p:cNvPr id="517" name="Google Shape;517;p59"/>
            <p:cNvSpPr/>
            <p:nvPr/>
          </p:nvSpPr>
          <p:spPr>
            <a:xfrm>
              <a:off x="7689600" y="3743280"/>
              <a:ext cx="2008440" cy="63864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18" name="Google Shape;518;p59"/>
            <p:cNvSpPr txBox="1"/>
            <p:nvPr/>
          </p:nvSpPr>
          <p:spPr>
            <a:xfrm>
              <a:off x="7774920" y="3724920"/>
              <a:ext cx="1810440" cy="64620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1800" u="none" cap="none" strike="noStrike">
                  <a:solidFill>
                    <a:srgbClr val="0077B6"/>
                  </a:solidFill>
                  <a:latin typeface="Arial"/>
                  <a:ea typeface="Arial"/>
                  <a:cs typeface="Arial"/>
                  <a:sym typeface="Arial"/>
                </a:rPr>
                <a:t>Deep Learning Model</a:t>
              </a:r>
              <a:endParaRPr b="0" i="0" sz="1800" u="none" cap="none" strike="noStrike">
                <a:latin typeface="Arial"/>
                <a:ea typeface="Arial"/>
                <a:cs typeface="Arial"/>
                <a:sym typeface="Arial"/>
              </a:endParaRPr>
            </a:p>
          </p:txBody>
        </p:sp>
      </p:grpSp>
      <p:cxnSp>
        <p:nvCxnSpPr>
          <p:cNvPr id="519" name="Google Shape;519;p59"/>
          <p:cNvCxnSpPr>
            <a:stCxn id="511" idx="1"/>
            <a:endCxn id="514" idx="0"/>
          </p:cNvCxnSpPr>
          <p:nvPr/>
        </p:nvCxnSpPr>
        <p:spPr>
          <a:xfrm flipH="1" rot="10800000">
            <a:off x="4502160" y="4060860"/>
            <a:ext cx="576300" cy="3900"/>
          </a:xfrm>
          <a:prstGeom prst="straightConnector1">
            <a:avLst/>
          </a:prstGeom>
          <a:noFill/>
          <a:ln cap="flat" cmpd="sng" w="19075">
            <a:solidFill>
              <a:srgbClr val="00B4D8"/>
            </a:solidFill>
            <a:prstDash val="solid"/>
            <a:miter lim="8000"/>
            <a:headEnd len="sm" w="sm" type="none"/>
            <a:tailEnd len="med" w="med" type="triangle"/>
          </a:ln>
        </p:spPr>
      </p:cxnSp>
      <p:cxnSp>
        <p:nvCxnSpPr>
          <p:cNvPr id="520" name="Google Shape;520;p59"/>
          <p:cNvCxnSpPr>
            <a:stCxn id="514" idx="1"/>
            <a:endCxn id="517" idx="0"/>
          </p:cNvCxnSpPr>
          <p:nvPr/>
        </p:nvCxnSpPr>
        <p:spPr>
          <a:xfrm>
            <a:off x="7086600" y="4060800"/>
            <a:ext cx="603300" cy="2100"/>
          </a:xfrm>
          <a:prstGeom prst="straightConnector1">
            <a:avLst/>
          </a:prstGeom>
          <a:noFill/>
          <a:ln cap="flat" cmpd="sng" w="19075">
            <a:solidFill>
              <a:srgbClr val="00B4D8"/>
            </a:solidFill>
            <a:prstDash val="solid"/>
            <a:miter lim="8000"/>
            <a:headEnd len="sm" w="sm" type="none"/>
            <a:tailEnd len="med" w="med" type="triangle"/>
          </a:ln>
        </p:spPr>
      </p:cxnSp>
      <p:cxnSp>
        <p:nvCxnSpPr>
          <p:cNvPr id="521" name="Google Shape;521;p59"/>
          <p:cNvCxnSpPr>
            <a:stCxn id="511" idx="2"/>
            <a:endCxn id="518" idx="2"/>
          </p:cNvCxnSpPr>
          <p:nvPr/>
        </p:nvCxnSpPr>
        <p:spPr>
          <a:xfrm flipH="1" rot="10800000">
            <a:off x="3497940" y="4371120"/>
            <a:ext cx="5182200" cy="12600"/>
          </a:xfrm>
          <a:prstGeom prst="bentConnector3">
            <a:avLst>
              <a:gd fmla="val 50000" name="adj1"/>
            </a:avLst>
          </a:prstGeom>
          <a:noFill/>
          <a:ln cap="flat" cmpd="sng" w="19075">
            <a:solidFill>
              <a:srgbClr val="00B4D8"/>
            </a:solidFill>
            <a:prstDash val="solid"/>
            <a:miter lim="8000"/>
            <a:headEnd len="sm" w="sm" type="none"/>
            <a:tailEnd len="med" w="med" type="triangle"/>
          </a:ln>
        </p:spPr>
      </p:cxnSp>
      <p:cxnSp>
        <p:nvCxnSpPr>
          <p:cNvPr id="522" name="Google Shape;522;p59"/>
          <p:cNvCxnSpPr>
            <a:stCxn id="511" idx="0"/>
            <a:endCxn id="508" idx="0"/>
          </p:cNvCxnSpPr>
          <p:nvPr/>
        </p:nvCxnSpPr>
        <p:spPr>
          <a:xfrm flipH="1">
            <a:off x="1640520" y="4064040"/>
            <a:ext cx="853800" cy="829800"/>
          </a:xfrm>
          <a:prstGeom prst="bentConnector3">
            <a:avLst>
              <a:gd fmla="val 50000" name="adj1"/>
            </a:avLst>
          </a:prstGeom>
          <a:noFill/>
          <a:ln cap="flat" cmpd="sng" w="19075">
            <a:solidFill>
              <a:srgbClr val="90E0EF"/>
            </a:solidFill>
            <a:prstDash val="solid"/>
            <a:miter lim="8000"/>
            <a:headEnd len="sm" w="sm" type="none"/>
            <a:tailEnd len="med" w="med" type="triangle"/>
          </a:ln>
        </p:spPr>
      </p:cxnSp>
      <p:cxnSp>
        <p:nvCxnSpPr>
          <p:cNvPr id="523" name="Google Shape;523;p59"/>
          <p:cNvCxnSpPr>
            <a:stCxn id="517" idx="1"/>
            <a:endCxn id="509" idx="0"/>
          </p:cNvCxnSpPr>
          <p:nvPr/>
        </p:nvCxnSpPr>
        <p:spPr>
          <a:xfrm>
            <a:off x="9697380" y="4062180"/>
            <a:ext cx="874200" cy="721500"/>
          </a:xfrm>
          <a:prstGeom prst="bentConnector3">
            <a:avLst>
              <a:gd fmla="val 50000" name="adj1"/>
            </a:avLst>
          </a:prstGeom>
          <a:noFill/>
          <a:ln cap="flat" cmpd="sng" w="19075">
            <a:solidFill>
              <a:srgbClr val="90E0EF"/>
            </a:solidFill>
            <a:prstDash val="solid"/>
            <a:miter lim="8000"/>
            <a:headEnd len="sm" w="sm" type="none"/>
            <a:tailEnd len="med" w="med" type="triangle"/>
          </a:ln>
        </p:spPr>
      </p:cxnSp>
      <p:cxnSp>
        <p:nvCxnSpPr>
          <p:cNvPr id="524" name="Google Shape;524;p59"/>
          <p:cNvCxnSpPr>
            <a:stCxn id="514" idx="1"/>
            <a:endCxn id="507" idx="2"/>
          </p:cNvCxnSpPr>
          <p:nvPr/>
        </p:nvCxnSpPr>
        <p:spPr>
          <a:xfrm flipH="1" rot="10800000">
            <a:off x="6081960" y="2955600"/>
            <a:ext cx="3300" cy="786300"/>
          </a:xfrm>
          <a:prstGeom prst="straightConnector1">
            <a:avLst/>
          </a:prstGeom>
          <a:noFill/>
          <a:ln cap="flat" cmpd="sng" w="19075">
            <a:solidFill>
              <a:srgbClr val="90E0EF"/>
            </a:solidFill>
            <a:prstDash val="solid"/>
            <a:miter lim="8000"/>
            <a:headEnd len="sm" w="sm" type="none"/>
            <a:tailEnd len="med" w="med" type="triangle"/>
          </a:ln>
        </p:spPr>
      </p:cxnSp>
      <p:sp>
        <p:nvSpPr>
          <p:cNvPr id="525" name="Google Shape;525;p59"/>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0"/>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02 - Metodologia - </a:t>
            </a:r>
            <a:r>
              <a:rPr b="1" i="1" lang="pt-PT" sz="5400" u="none" cap="none" strike="noStrike">
                <a:solidFill>
                  <a:srgbClr val="03045E"/>
                </a:solidFill>
                <a:latin typeface="Arial"/>
                <a:ea typeface="Arial"/>
                <a:cs typeface="Arial"/>
                <a:sym typeface="Arial"/>
              </a:rPr>
              <a:t>Dataset</a:t>
            </a:r>
            <a:endParaRPr b="0" i="0" sz="5400" u="none" cap="none" strike="noStrike">
              <a:latin typeface="Arial"/>
              <a:ea typeface="Arial"/>
              <a:cs typeface="Arial"/>
              <a:sym typeface="Arial"/>
            </a:endParaRPr>
          </a:p>
        </p:txBody>
      </p:sp>
      <p:pic>
        <p:nvPicPr>
          <p:cNvPr id="532" name="Google Shape;532;p60"/>
          <p:cNvPicPr preferRelativeResize="0"/>
          <p:nvPr/>
        </p:nvPicPr>
        <p:blipFill rotWithShape="1">
          <a:blip r:embed="rId3">
            <a:alphaModFix/>
          </a:blip>
          <a:srcRect b="0" l="0" r="0" t="0"/>
          <a:stretch/>
        </p:blipFill>
        <p:spPr>
          <a:xfrm>
            <a:off x="1835280" y="2365560"/>
            <a:ext cx="1992600" cy="1992600"/>
          </a:xfrm>
          <a:prstGeom prst="rect">
            <a:avLst/>
          </a:prstGeom>
          <a:noFill/>
          <a:ln>
            <a:noFill/>
          </a:ln>
        </p:spPr>
      </p:pic>
      <p:graphicFrame>
        <p:nvGraphicFramePr>
          <p:cNvPr id="533" name="Google Shape;533;p60"/>
          <p:cNvGraphicFramePr/>
          <p:nvPr/>
        </p:nvGraphicFramePr>
        <p:xfrm>
          <a:off x="1428120" y="5184720"/>
          <a:ext cx="3000000" cy="3000000"/>
        </p:xfrm>
        <a:graphic>
          <a:graphicData uri="http://schemas.openxmlformats.org/drawingml/2006/table">
            <a:tbl>
              <a:tblPr>
                <a:noFill/>
                <a:tableStyleId>{5BDA3B05-EA2C-45DD-8325-B292E7C7C2BA}</a:tableStyleId>
              </a:tblPr>
              <a:tblGrid>
                <a:gridCol w="921600"/>
                <a:gridCol w="1161350"/>
                <a:gridCol w="946075"/>
                <a:gridCol w="1085750"/>
                <a:gridCol w="851050"/>
                <a:gridCol w="838450"/>
                <a:gridCol w="644750"/>
                <a:gridCol w="1032125"/>
                <a:gridCol w="1023850"/>
                <a:gridCol w="653750"/>
              </a:tblGrid>
              <a:tr h="499325">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Neutral</a:t>
                      </a:r>
                      <a:endParaRPr b="0" sz="1400" u="none" cap="none" strike="noStrike">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Happiness</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Surprise</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Sadness</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Anger</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Disgust</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Fear</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Contempt</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Unknown</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1" lang="pt-PT" sz="1400" u="none" cap="none" strike="noStrike">
                          <a:latin typeface="Arial"/>
                          <a:ea typeface="Arial"/>
                          <a:cs typeface="Arial"/>
                          <a:sym typeface="Arial"/>
                        </a:rPr>
                        <a:t>NF</a:t>
                      </a:r>
                      <a:endParaRPr b="1" sz="1400" u="none" cap="none" strike="noStrike">
                        <a:latin typeface="Times New Roman"/>
                        <a:ea typeface="Times New Roman"/>
                        <a:cs typeface="Times New Roman"/>
                        <a:sym typeface="Times New Roman"/>
                      </a:endParaRPr>
                    </a:p>
                  </a:txBody>
                  <a:tcPr marT="45725" marB="45725" marR="91450" marL="91450">
                    <a:solidFill>
                      <a:srgbClr val="156082"/>
                    </a:solidFill>
                  </a:tcPr>
                </a:tc>
              </a:tr>
              <a:tr h="254525">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1</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6</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3</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630"/>
                        <a:buFont typeface="Noto Sans Symbols"/>
                        <a:buChar char="●"/>
                      </a:pPr>
                      <a:r>
                        <a:rPr b="0" lang="pt-PT" sz="1400" u="none" cap="none" strike="noStrike">
                          <a:latin typeface="Arial"/>
                          <a:ea typeface="Arial"/>
                          <a:cs typeface="Arial"/>
                          <a:sym typeface="Arial"/>
                        </a:rPr>
                        <a:t>0</a:t>
                      </a:r>
                      <a:endParaRPr b="0" sz="1400" u="none" cap="none" strike="noStrike">
                        <a:latin typeface="Times New Roman"/>
                        <a:ea typeface="Times New Roman"/>
                        <a:cs typeface="Times New Roman"/>
                        <a:sym typeface="Times New Roman"/>
                      </a:endParaRPr>
                    </a:p>
                  </a:txBody>
                  <a:tcPr marT="45725" marB="45725" marR="91450" marL="91450">
                    <a:solidFill>
                      <a:srgbClr val="156082"/>
                    </a:solidFill>
                  </a:tcPr>
                </a:tc>
              </a:tr>
            </a:tbl>
          </a:graphicData>
        </a:graphic>
      </p:graphicFrame>
      <p:sp>
        <p:nvSpPr>
          <p:cNvPr id="534" name="Google Shape;534;p60"/>
          <p:cNvSpPr/>
          <p:nvPr/>
        </p:nvSpPr>
        <p:spPr>
          <a:xfrm>
            <a:off x="4807800" y="2723040"/>
            <a:ext cx="2865600" cy="77328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35" name="Google Shape;535;p60"/>
          <p:cNvSpPr txBox="1"/>
          <p:nvPr/>
        </p:nvSpPr>
        <p:spPr>
          <a:xfrm>
            <a:off x="4401720" y="2838600"/>
            <a:ext cx="3565440" cy="52308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2800" u="none" cap="none" strike="noStrike">
                <a:solidFill>
                  <a:srgbClr val="0077B6"/>
                </a:solidFill>
                <a:latin typeface="Arial"/>
                <a:ea typeface="Arial"/>
                <a:cs typeface="Arial"/>
                <a:sym typeface="Arial"/>
              </a:rPr>
              <a:t>Majority Voting</a:t>
            </a:r>
            <a:endParaRPr b="0" i="0" sz="2800" u="none" cap="none" strike="noStrike">
              <a:latin typeface="Arial"/>
              <a:ea typeface="Arial"/>
              <a:cs typeface="Arial"/>
              <a:sym typeface="Arial"/>
            </a:endParaRPr>
          </a:p>
        </p:txBody>
      </p:sp>
      <p:cxnSp>
        <p:nvCxnSpPr>
          <p:cNvPr id="536" name="Google Shape;536;p60"/>
          <p:cNvCxnSpPr>
            <a:stCxn id="535" idx="3"/>
          </p:cNvCxnSpPr>
          <p:nvPr/>
        </p:nvCxnSpPr>
        <p:spPr>
          <a:xfrm>
            <a:off x="7967160" y="3100140"/>
            <a:ext cx="1570200" cy="300"/>
          </a:xfrm>
          <a:prstGeom prst="straightConnector1">
            <a:avLst/>
          </a:prstGeom>
          <a:noFill/>
          <a:ln cap="flat" cmpd="sng" w="28425">
            <a:solidFill>
              <a:srgbClr val="00B4D8"/>
            </a:solidFill>
            <a:prstDash val="solid"/>
            <a:miter lim="8000"/>
            <a:headEnd len="sm" w="sm" type="none"/>
            <a:tailEnd len="med" w="med" type="triangle"/>
          </a:ln>
        </p:spPr>
      </p:cxnSp>
      <p:sp>
        <p:nvSpPr>
          <p:cNvPr id="537" name="Google Shape;537;p60"/>
          <p:cNvSpPr txBox="1"/>
          <p:nvPr/>
        </p:nvSpPr>
        <p:spPr>
          <a:xfrm>
            <a:off x="9831240" y="2592360"/>
            <a:ext cx="894240" cy="101556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0" lang="pt-PT" sz="6000" u="none" cap="none" strike="noStrike">
                <a:solidFill>
                  <a:srgbClr val="0077B6"/>
                </a:solidFill>
                <a:latin typeface="Arial"/>
                <a:ea typeface="Arial"/>
                <a:cs typeface="Arial"/>
                <a:sym typeface="Arial"/>
              </a:rPr>
              <a:t>1</a:t>
            </a:r>
            <a:endParaRPr b="0" i="0" sz="6000" u="none" cap="none" strike="noStrike">
              <a:latin typeface="Arial"/>
              <a:ea typeface="Arial"/>
              <a:cs typeface="Arial"/>
              <a:sym typeface="Arial"/>
            </a:endParaRPr>
          </a:p>
        </p:txBody>
      </p:sp>
      <p:cxnSp>
        <p:nvCxnSpPr>
          <p:cNvPr id="538" name="Google Shape;538;p60"/>
          <p:cNvCxnSpPr/>
          <p:nvPr/>
        </p:nvCxnSpPr>
        <p:spPr>
          <a:xfrm flipH="1" rot="10800000">
            <a:off x="6095880" y="3607920"/>
            <a:ext cx="360" cy="1200240"/>
          </a:xfrm>
          <a:prstGeom prst="straightConnector1">
            <a:avLst/>
          </a:prstGeom>
          <a:noFill/>
          <a:ln cap="flat" cmpd="sng" w="28425">
            <a:solidFill>
              <a:srgbClr val="00B4D8"/>
            </a:solidFill>
            <a:prstDash val="solid"/>
            <a:miter lim="8000"/>
            <a:headEnd len="sm" w="sm" type="none"/>
            <a:tailEnd len="med" w="med" type="triangle"/>
          </a:ln>
        </p:spPr>
      </p:cxnSp>
      <p:sp>
        <p:nvSpPr>
          <p:cNvPr id="539" name="Google Shape;539;p60"/>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1"/>
          <p:cNvSpPr txBox="1"/>
          <p:nvPr/>
        </p:nvSpPr>
        <p:spPr>
          <a:xfrm>
            <a:off x="1207080" y="700920"/>
            <a:ext cx="994464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02 - Metodologia - </a:t>
            </a:r>
            <a:r>
              <a:rPr b="1" i="1" lang="pt-PT" sz="5400" u="none" cap="none" strike="noStrike">
                <a:solidFill>
                  <a:srgbClr val="03045E"/>
                </a:solidFill>
                <a:latin typeface="Arial"/>
                <a:ea typeface="Arial"/>
                <a:cs typeface="Arial"/>
                <a:sym typeface="Arial"/>
              </a:rPr>
              <a:t>Landmarks</a:t>
            </a:r>
            <a:endParaRPr b="0" i="0" sz="5400" u="none" cap="none" strike="noStrike">
              <a:latin typeface="Arial"/>
              <a:ea typeface="Arial"/>
              <a:cs typeface="Arial"/>
              <a:sym typeface="Arial"/>
            </a:endParaRPr>
          </a:p>
        </p:txBody>
      </p:sp>
      <p:pic>
        <p:nvPicPr>
          <p:cNvPr id="546" name="Google Shape;546;p61"/>
          <p:cNvPicPr preferRelativeResize="0"/>
          <p:nvPr/>
        </p:nvPicPr>
        <p:blipFill rotWithShape="1">
          <a:blip r:embed="rId3">
            <a:alphaModFix/>
          </a:blip>
          <a:srcRect b="0" l="0" r="0" t="0"/>
          <a:stretch/>
        </p:blipFill>
        <p:spPr>
          <a:xfrm>
            <a:off x="1125360" y="3590280"/>
            <a:ext cx="2630160" cy="2630160"/>
          </a:xfrm>
          <a:prstGeom prst="rect">
            <a:avLst/>
          </a:prstGeom>
          <a:noFill/>
          <a:ln>
            <a:noFill/>
          </a:ln>
        </p:spPr>
      </p:pic>
      <p:grpSp>
        <p:nvGrpSpPr>
          <p:cNvPr id="547" name="Google Shape;547;p61"/>
          <p:cNvGrpSpPr/>
          <p:nvPr/>
        </p:nvGrpSpPr>
        <p:grpSpPr>
          <a:xfrm>
            <a:off x="7922520" y="3526200"/>
            <a:ext cx="2630160" cy="2631240"/>
            <a:chOff x="7922520" y="3526200"/>
            <a:chExt cx="2630160" cy="2631240"/>
          </a:xfrm>
        </p:grpSpPr>
        <p:pic>
          <p:nvPicPr>
            <p:cNvPr descr="A white dots on a black background&#10;&#10;Description automatically generated" id="548" name="Google Shape;548;p61"/>
            <p:cNvPicPr preferRelativeResize="0"/>
            <p:nvPr/>
          </p:nvPicPr>
          <p:blipFill rotWithShape="1">
            <a:blip r:embed="rId4">
              <a:alphaModFix/>
            </a:blip>
            <a:srcRect b="0" l="0" r="0" t="0"/>
            <a:stretch/>
          </p:blipFill>
          <p:spPr>
            <a:xfrm>
              <a:off x="7922520" y="3526200"/>
              <a:ext cx="1252080" cy="1252080"/>
            </a:xfrm>
            <a:prstGeom prst="rect">
              <a:avLst/>
            </a:prstGeom>
            <a:noFill/>
            <a:ln>
              <a:noFill/>
            </a:ln>
          </p:spPr>
        </p:pic>
        <p:pic>
          <p:nvPicPr>
            <p:cNvPr descr="A face made out of white stars&#10;&#10;Description automatically generated" id="549" name="Google Shape;549;p61"/>
            <p:cNvPicPr preferRelativeResize="0"/>
            <p:nvPr/>
          </p:nvPicPr>
          <p:blipFill rotWithShape="1">
            <a:blip r:embed="rId5">
              <a:alphaModFix/>
            </a:blip>
            <a:srcRect b="0" l="0" r="0" t="0"/>
            <a:stretch/>
          </p:blipFill>
          <p:spPr>
            <a:xfrm>
              <a:off x="9300600" y="3526200"/>
              <a:ext cx="1252080" cy="1252080"/>
            </a:xfrm>
            <a:prstGeom prst="rect">
              <a:avLst/>
            </a:prstGeom>
            <a:noFill/>
            <a:ln>
              <a:noFill/>
            </a:ln>
          </p:spPr>
        </p:pic>
        <p:pic>
          <p:nvPicPr>
            <p:cNvPr descr="A black background with white stars&#10;&#10;Description automatically generated" id="550" name="Google Shape;550;p61"/>
            <p:cNvPicPr preferRelativeResize="0"/>
            <p:nvPr/>
          </p:nvPicPr>
          <p:blipFill rotWithShape="1">
            <a:blip r:embed="rId6">
              <a:alphaModFix/>
            </a:blip>
            <a:srcRect b="0" l="0" r="0" t="0"/>
            <a:stretch/>
          </p:blipFill>
          <p:spPr>
            <a:xfrm>
              <a:off x="7922520" y="4893480"/>
              <a:ext cx="1252080" cy="1252080"/>
            </a:xfrm>
            <a:prstGeom prst="rect">
              <a:avLst/>
            </a:prstGeom>
            <a:noFill/>
            <a:ln>
              <a:noFill/>
            </a:ln>
          </p:spPr>
        </p:pic>
        <p:pic>
          <p:nvPicPr>
            <p:cNvPr descr="A black background with white crosses&#10;&#10;Description automatically generated" id="551" name="Google Shape;551;p61"/>
            <p:cNvPicPr preferRelativeResize="0"/>
            <p:nvPr/>
          </p:nvPicPr>
          <p:blipFill rotWithShape="1">
            <a:blip r:embed="rId7">
              <a:alphaModFix/>
            </a:blip>
            <a:srcRect b="0" l="0" r="0" t="0"/>
            <a:stretch/>
          </p:blipFill>
          <p:spPr>
            <a:xfrm>
              <a:off x="9300600" y="4905360"/>
              <a:ext cx="1252080" cy="1252080"/>
            </a:xfrm>
            <a:prstGeom prst="rect">
              <a:avLst/>
            </a:prstGeom>
            <a:noFill/>
            <a:ln>
              <a:noFill/>
            </a:ln>
          </p:spPr>
        </p:pic>
      </p:grpSp>
      <p:grpSp>
        <p:nvGrpSpPr>
          <p:cNvPr id="552" name="Google Shape;552;p61"/>
          <p:cNvGrpSpPr/>
          <p:nvPr/>
        </p:nvGrpSpPr>
        <p:grpSpPr>
          <a:xfrm>
            <a:off x="3224880" y="2349360"/>
            <a:ext cx="2008440" cy="638640"/>
            <a:chOff x="3224880" y="2349360"/>
            <a:chExt cx="2008440" cy="638640"/>
          </a:xfrm>
        </p:grpSpPr>
        <p:sp>
          <p:nvSpPr>
            <p:cNvPr id="553" name="Google Shape;553;p61"/>
            <p:cNvSpPr/>
            <p:nvPr/>
          </p:nvSpPr>
          <p:spPr>
            <a:xfrm>
              <a:off x="3224880" y="2349360"/>
              <a:ext cx="2008440" cy="63864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54" name="Google Shape;554;p61"/>
            <p:cNvSpPr txBox="1"/>
            <p:nvPr/>
          </p:nvSpPr>
          <p:spPr>
            <a:xfrm>
              <a:off x="3310200" y="2469600"/>
              <a:ext cx="1810440" cy="36936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1800" u="none" cap="none" strike="noStrike">
                  <a:solidFill>
                    <a:srgbClr val="0077B6"/>
                  </a:solidFill>
                  <a:latin typeface="Arial"/>
                  <a:ea typeface="Arial"/>
                  <a:cs typeface="Arial"/>
                  <a:sym typeface="Arial"/>
                </a:rPr>
                <a:t>Face Detection</a:t>
              </a:r>
              <a:endParaRPr b="0" i="0" sz="1800" u="none" cap="none" strike="noStrike">
                <a:latin typeface="Arial"/>
                <a:ea typeface="Arial"/>
                <a:cs typeface="Arial"/>
                <a:sym typeface="Arial"/>
              </a:endParaRPr>
            </a:p>
          </p:txBody>
        </p:sp>
      </p:grpSp>
      <p:grpSp>
        <p:nvGrpSpPr>
          <p:cNvPr id="555" name="Google Shape;555;p61"/>
          <p:cNvGrpSpPr/>
          <p:nvPr/>
        </p:nvGrpSpPr>
        <p:grpSpPr>
          <a:xfrm>
            <a:off x="6152040" y="2350440"/>
            <a:ext cx="2008440" cy="638640"/>
            <a:chOff x="6152040" y="2350440"/>
            <a:chExt cx="2008440" cy="638640"/>
          </a:xfrm>
        </p:grpSpPr>
        <p:sp>
          <p:nvSpPr>
            <p:cNvPr id="556" name="Google Shape;556;p61"/>
            <p:cNvSpPr/>
            <p:nvPr/>
          </p:nvSpPr>
          <p:spPr>
            <a:xfrm>
              <a:off x="6152040" y="2350440"/>
              <a:ext cx="2008440" cy="63864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57" name="Google Shape;557;p61"/>
            <p:cNvSpPr txBox="1"/>
            <p:nvPr/>
          </p:nvSpPr>
          <p:spPr>
            <a:xfrm>
              <a:off x="6237360" y="2470320"/>
              <a:ext cx="1810440" cy="36936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1800" u="none" cap="none" strike="noStrike">
                  <a:solidFill>
                    <a:srgbClr val="0077B6"/>
                  </a:solidFill>
                  <a:latin typeface="Arial"/>
                  <a:ea typeface="Arial"/>
                  <a:cs typeface="Arial"/>
                  <a:sym typeface="Arial"/>
                </a:rPr>
                <a:t>Face Mesh</a:t>
              </a:r>
              <a:endParaRPr b="0" i="0" sz="1800" u="none" cap="none" strike="noStrike">
                <a:latin typeface="Arial"/>
                <a:ea typeface="Arial"/>
                <a:cs typeface="Arial"/>
                <a:sym typeface="Arial"/>
              </a:endParaRPr>
            </a:p>
          </p:txBody>
        </p:sp>
      </p:grpSp>
      <p:cxnSp>
        <p:nvCxnSpPr>
          <p:cNvPr id="558" name="Google Shape;558;p61"/>
          <p:cNvCxnSpPr>
            <a:stCxn id="546" idx="0"/>
            <a:endCxn id="553" idx="0"/>
          </p:cNvCxnSpPr>
          <p:nvPr/>
        </p:nvCxnSpPr>
        <p:spPr>
          <a:xfrm rot="-5400000">
            <a:off x="2372040" y="2737080"/>
            <a:ext cx="921600" cy="784800"/>
          </a:xfrm>
          <a:prstGeom prst="bentConnector3">
            <a:avLst>
              <a:gd fmla="val 50000" name="adj1"/>
            </a:avLst>
          </a:prstGeom>
          <a:noFill/>
          <a:ln cap="flat" cmpd="sng" w="19075">
            <a:solidFill>
              <a:srgbClr val="00B4D8"/>
            </a:solidFill>
            <a:prstDash val="solid"/>
            <a:miter lim="8000"/>
            <a:headEnd len="sm" w="sm" type="none"/>
            <a:tailEnd len="med" w="med" type="triangle"/>
          </a:ln>
        </p:spPr>
      </p:cxnSp>
      <p:cxnSp>
        <p:nvCxnSpPr>
          <p:cNvPr id="559" name="Google Shape;559;p61"/>
          <p:cNvCxnSpPr>
            <a:stCxn id="553" idx="2"/>
            <a:endCxn id="556" idx="0"/>
          </p:cNvCxnSpPr>
          <p:nvPr/>
        </p:nvCxnSpPr>
        <p:spPr>
          <a:xfrm>
            <a:off x="5233320" y="2669040"/>
            <a:ext cx="919200" cy="1200"/>
          </a:xfrm>
          <a:prstGeom prst="straightConnector1">
            <a:avLst/>
          </a:prstGeom>
          <a:noFill/>
          <a:ln cap="flat" cmpd="sng" w="19075">
            <a:solidFill>
              <a:srgbClr val="00B4D8"/>
            </a:solidFill>
            <a:prstDash val="solid"/>
            <a:miter lim="8000"/>
            <a:headEnd len="sm" w="sm" type="none"/>
            <a:tailEnd len="med" w="med" type="triangle"/>
          </a:ln>
        </p:spPr>
      </p:cxnSp>
      <p:cxnSp>
        <p:nvCxnSpPr>
          <p:cNvPr id="560" name="Google Shape;560;p61"/>
          <p:cNvCxnSpPr>
            <a:stCxn id="556" idx="1"/>
            <a:endCxn id="549" idx="0"/>
          </p:cNvCxnSpPr>
          <p:nvPr/>
        </p:nvCxnSpPr>
        <p:spPr>
          <a:xfrm>
            <a:off x="8160240" y="2669400"/>
            <a:ext cx="1766400" cy="856800"/>
          </a:xfrm>
          <a:prstGeom prst="bentConnector3">
            <a:avLst>
              <a:gd fmla="val 50000" name="adj1"/>
            </a:avLst>
          </a:prstGeom>
          <a:noFill/>
          <a:ln cap="flat" cmpd="sng" w="19075">
            <a:solidFill>
              <a:srgbClr val="00B4D8"/>
            </a:solidFill>
            <a:prstDash val="solid"/>
            <a:miter lim="8000"/>
            <a:headEnd len="sm" w="sm" type="none"/>
            <a:tailEnd len="med" w="med" type="triangle"/>
          </a:ln>
        </p:spPr>
      </p:cxnSp>
      <p:sp>
        <p:nvSpPr>
          <p:cNvPr id="561" name="Google Shape;561;p61"/>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2"/>
          <p:cNvSpPr txBox="1"/>
          <p:nvPr/>
        </p:nvSpPr>
        <p:spPr>
          <a:xfrm>
            <a:off x="1207080" y="700920"/>
            <a:ext cx="1008108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02 - Metodologia – </a:t>
            </a:r>
            <a:r>
              <a:rPr b="1" i="1" lang="pt-PT" sz="5400" u="none" cap="none" strike="noStrike">
                <a:solidFill>
                  <a:srgbClr val="03045E"/>
                </a:solidFill>
                <a:latin typeface="Arial"/>
                <a:ea typeface="Arial"/>
                <a:cs typeface="Arial"/>
                <a:sym typeface="Arial"/>
              </a:rPr>
              <a:t>ResNet-18</a:t>
            </a:r>
            <a:endParaRPr b="0" i="0" sz="5400" u="none" cap="none" strike="noStrike">
              <a:latin typeface="Arial"/>
              <a:ea typeface="Arial"/>
              <a:cs typeface="Arial"/>
              <a:sym typeface="Arial"/>
            </a:endParaRPr>
          </a:p>
        </p:txBody>
      </p:sp>
      <p:grpSp>
        <p:nvGrpSpPr>
          <p:cNvPr id="568" name="Google Shape;568;p62"/>
          <p:cNvGrpSpPr/>
          <p:nvPr/>
        </p:nvGrpSpPr>
        <p:grpSpPr>
          <a:xfrm>
            <a:off x="889560" y="2046600"/>
            <a:ext cx="785880" cy="4110480"/>
            <a:chOff x="889560" y="2046600"/>
            <a:chExt cx="785880" cy="4110480"/>
          </a:xfrm>
        </p:grpSpPr>
        <p:pic>
          <p:nvPicPr>
            <p:cNvPr id="569" name="Google Shape;569;p62"/>
            <p:cNvPicPr preferRelativeResize="0"/>
            <p:nvPr/>
          </p:nvPicPr>
          <p:blipFill rotWithShape="1">
            <a:blip r:embed="rId3">
              <a:alphaModFix/>
            </a:blip>
            <a:srcRect b="0" l="0" r="0" t="0"/>
            <a:stretch/>
          </p:blipFill>
          <p:spPr>
            <a:xfrm>
              <a:off x="889560" y="2046600"/>
              <a:ext cx="785880" cy="785880"/>
            </a:xfrm>
            <a:prstGeom prst="rect">
              <a:avLst/>
            </a:prstGeom>
            <a:noFill/>
            <a:ln>
              <a:noFill/>
            </a:ln>
          </p:spPr>
        </p:pic>
        <p:pic>
          <p:nvPicPr>
            <p:cNvPr descr="A white dots on a black background&#10;&#10;Description automatically generated" id="570" name="Google Shape;570;p62"/>
            <p:cNvPicPr preferRelativeResize="0"/>
            <p:nvPr/>
          </p:nvPicPr>
          <p:blipFill rotWithShape="1">
            <a:blip r:embed="rId4">
              <a:alphaModFix/>
            </a:blip>
            <a:srcRect b="0" l="0" r="0" t="0"/>
            <a:stretch/>
          </p:blipFill>
          <p:spPr>
            <a:xfrm>
              <a:off x="889560" y="2890440"/>
              <a:ext cx="768960" cy="768960"/>
            </a:xfrm>
            <a:prstGeom prst="rect">
              <a:avLst/>
            </a:prstGeom>
            <a:noFill/>
            <a:ln>
              <a:noFill/>
            </a:ln>
          </p:spPr>
        </p:pic>
        <p:pic>
          <p:nvPicPr>
            <p:cNvPr descr="A face made out of white stars&#10;&#10;Description automatically generated" id="571" name="Google Shape;571;p62"/>
            <p:cNvPicPr preferRelativeResize="0"/>
            <p:nvPr/>
          </p:nvPicPr>
          <p:blipFill rotWithShape="1">
            <a:blip r:embed="rId5">
              <a:alphaModFix/>
            </a:blip>
            <a:srcRect b="0" l="0" r="0" t="0"/>
            <a:stretch/>
          </p:blipFill>
          <p:spPr>
            <a:xfrm>
              <a:off x="889560" y="3717360"/>
              <a:ext cx="768960" cy="768960"/>
            </a:xfrm>
            <a:prstGeom prst="rect">
              <a:avLst/>
            </a:prstGeom>
            <a:noFill/>
            <a:ln>
              <a:noFill/>
            </a:ln>
          </p:spPr>
        </p:pic>
        <p:pic>
          <p:nvPicPr>
            <p:cNvPr descr="A black background with white stars&#10;&#10;Description automatically generated" id="572" name="Google Shape;572;p62"/>
            <p:cNvPicPr preferRelativeResize="0"/>
            <p:nvPr/>
          </p:nvPicPr>
          <p:blipFill rotWithShape="1">
            <a:blip r:embed="rId6">
              <a:alphaModFix/>
            </a:blip>
            <a:srcRect b="0" l="0" r="0" t="0"/>
            <a:stretch/>
          </p:blipFill>
          <p:spPr>
            <a:xfrm>
              <a:off x="889560" y="4565880"/>
              <a:ext cx="768960" cy="768960"/>
            </a:xfrm>
            <a:prstGeom prst="rect">
              <a:avLst/>
            </a:prstGeom>
            <a:noFill/>
            <a:ln>
              <a:noFill/>
            </a:ln>
          </p:spPr>
        </p:pic>
        <p:pic>
          <p:nvPicPr>
            <p:cNvPr descr="A black background with white crosses&#10;&#10;Description automatically generated" id="573" name="Google Shape;573;p62"/>
            <p:cNvPicPr preferRelativeResize="0"/>
            <p:nvPr/>
          </p:nvPicPr>
          <p:blipFill rotWithShape="1">
            <a:blip r:embed="rId7">
              <a:alphaModFix/>
            </a:blip>
            <a:srcRect b="0" l="0" r="0" t="0"/>
            <a:stretch/>
          </p:blipFill>
          <p:spPr>
            <a:xfrm>
              <a:off x="889560" y="5388120"/>
              <a:ext cx="768960" cy="768960"/>
            </a:xfrm>
            <a:prstGeom prst="rect">
              <a:avLst/>
            </a:prstGeom>
            <a:noFill/>
            <a:ln>
              <a:noFill/>
            </a:ln>
          </p:spPr>
        </p:pic>
      </p:grpSp>
      <p:sp>
        <p:nvSpPr>
          <p:cNvPr id="574" name="Google Shape;574;p62"/>
          <p:cNvSpPr/>
          <p:nvPr/>
        </p:nvSpPr>
        <p:spPr>
          <a:xfrm>
            <a:off x="1809720" y="2046600"/>
            <a:ext cx="483480" cy="4110480"/>
          </a:xfrm>
          <a:custGeom>
            <a:rect b="b" l="l" r="r" t="t"/>
            <a:pathLst>
              <a:path extrusionOk="0" h="183520" w="43200">
                <a:moveTo>
                  <a:pt x="0" y="0"/>
                </a:moveTo>
                <a:lnTo>
                  <a:pt x="10800" y="89960"/>
                </a:lnTo>
                <a:lnTo>
                  <a:pt x="10800" y="181720"/>
                </a:lnTo>
                <a:close/>
                <a:moveTo>
                  <a:pt x="0" y="0"/>
                </a:moveTo>
                <a:lnTo>
                  <a:pt x="10800" y="89960"/>
                </a:lnTo>
                <a:lnTo>
                  <a:pt x="10800" y="181720"/>
                </a:lnTo>
              </a:path>
            </a:pathLst>
          </a:custGeom>
          <a:noFill/>
          <a:ln cap="flat" cmpd="sng" w="19075">
            <a:solidFill>
              <a:srgbClr val="00B4D8"/>
            </a:solidFill>
            <a:prstDash val="solid"/>
            <a:miter lim="8000"/>
            <a:headEnd len="sm" w="sm" type="none"/>
            <a:tailEnd len="sm" w="sm" type="none"/>
          </a:ln>
        </p:spPr>
      </p:sp>
      <p:grpSp>
        <p:nvGrpSpPr>
          <p:cNvPr id="575" name="Google Shape;575;p62"/>
          <p:cNvGrpSpPr/>
          <p:nvPr/>
        </p:nvGrpSpPr>
        <p:grpSpPr>
          <a:xfrm>
            <a:off x="2901240" y="3784680"/>
            <a:ext cx="2008440" cy="638640"/>
            <a:chOff x="2901240" y="3784680"/>
            <a:chExt cx="2008440" cy="638640"/>
          </a:xfrm>
        </p:grpSpPr>
        <p:sp>
          <p:nvSpPr>
            <p:cNvPr id="576" name="Google Shape;576;p62"/>
            <p:cNvSpPr/>
            <p:nvPr/>
          </p:nvSpPr>
          <p:spPr>
            <a:xfrm>
              <a:off x="2901240" y="3784680"/>
              <a:ext cx="2008440" cy="638640"/>
            </a:xfrm>
            <a:custGeom>
              <a:rect b="b" l="l" r="r" t="t"/>
              <a:pathLst>
                <a:path extrusionOk="0" h="21600" w="21600">
                  <a:moveTo>
                    <a:pt x="0" y="0"/>
                  </a:moveTo>
                  <a:lnTo>
                    <a:pt x="21600" y="0"/>
                  </a:lnTo>
                  <a:lnTo>
                    <a:pt x="21600" y="21600"/>
                  </a:lnTo>
                  <a:lnTo>
                    <a:pt x="0" y="21600"/>
                  </a:lnTo>
                  <a:close/>
                </a:path>
              </a:pathLst>
            </a:custGeom>
            <a:solidFill>
              <a:srgbClr val="FFFFFF"/>
            </a:solidFill>
            <a:ln cap="flat" cmpd="sng" w="19075">
              <a:solidFill>
                <a:srgbClr val="0077B6"/>
              </a:solidFill>
              <a:prstDash val="solid"/>
              <a:miter lim="8000"/>
              <a:headEnd len="sm" w="sm" type="none"/>
              <a:tailEnd len="sm" w="sm" type="none"/>
            </a:ln>
          </p:spPr>
        </p:sp>
        <p:sp>
          <p:nvSpPr>
            <p:cNvPr id="577" name="Google Shape;577;p62"/>
            <p:cNvSpPr txBox="1"/>
            <p:nvPr/>
          </p:nvSpPr>
          <p:spPr>
            <a:xfrm>
              <a:off x="2986560" y="3904920"/>
              <a:ext cx="1810440" cy="36936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1800" u="none" cap="none" strike="noStrike">
                  <a:solidFill>
                    <a:srgbClr val="0077B6"/>
                  </a:solidFill>
                  <a:latin typeface="Arial"/>
                  <a:ea typeface="Arial"/>
                  <a:cs typeface="Arial"/>
                  <a:sym typeface="Arial"/>
                </a:rPr>
                <a:t>ResNet-18</a:t>
              </a:r>
              <a:endParaRPr b="0" i="0" sz="1800" u="none" cap="none" strike="noStrike">
                <a:latin typeface="Arial"/>
                <a:ea typeface="Arial"/>
                <a:cs typeface="Arial"/>
                <a:sym typeface="Arial"/>
              </a:endParaRPr>
            </a:p>
          </p:txBody>
        </p:sp>
      </p:grpSp>
      <p:cxnSp>
        <p:nvCxnSpPr>
          <p:cNvPr id="578" name="Google Shape;578;p62"/>
          <p:cNvCxnSpPr>
            <a:stCxn id="574" idx="62"/>
            <a:endCxn id="576" idx="0"/>
          </p:cNvCxnSpPr>
          <p:nvPr/>
        </p:nvCxnSpPr>
        <p:spPr>
          <a:xfrm>
            <a:off x="2293200" y="4101840"/>
            <a:ext cx="608400" cy="2400"/>
          </a:xfrm>
          <a:prstGeom prst="straightConnector1">
            <a:avLst/>
          </a:prstGeom>
          <a:noFill/>
          <a:ln cap="flat" cmpd="sng" w="19075">
            <a:solidFill>
              <a:srgbClr val="00B4D8"/>
            </a:solidFill>
            <a:prstDash val="solid"/>
            <a:miter lim="8000"/>
            <a:headEnd len="sm" w="sm" type="none"/>
            <a:tailEnd len="med" w="med" type="triangle"/>
          </a:ln>
        </p:spPr>
      </p:cxnSp>
      <p:cxnSp>
        <p:nvCxnSpPr>
          <p:cNvPr id="579" name="Google Shape;579;p62"/>
          <p:cNvCxnSpPr>
            <a:stCxn id="576" idx="1"/>
          </p:cNvCxnSpPr>
          <p:nvPr/>
        </p:nvCxnSpPr>
        <p:spPr>
          <a:xfrm>
            <a:off x="4909680" y="4104000"/>
            <a:ext cx="831300" cy="300"/>
          </a:xfrm>
          <a:prstGeom prst="straightConnector1">
            <a:avLst/>
          </a:prstGeom>
          <a:noFill/>
          <a:ln cap="flat" cmpd="sng" w="19075">
            <a:solidFill>
              <a:srgbClr val="00B4D8"/>
            </a:solidFill>
            <a:prstDash val="solid"/>
            <a:miter lim="8000"/>
            <a:headEnd len="sm" w="sm" type="none"/>
            <a:tailEnd len="med" w="med" type="triangle"/>
          </a:ln>
        </p:spPr>
      </p:cxnSp>
      <p:sp>
        <p:nvSpPr>
          <p:cNvPr id="580" name="Google Shape;580;p62"/>
          <p:cNvSpPr txBox="1"/>
          <p:nvPr/>
        </p:nvSpPr>
        <p:spPr>
          <a:xfrm>
            <a:off x="5964120" y="3897000"/>
            <a:ext cx="1810440" cy="46152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2400" u="none" cap="none" strike="noStrike">
                <a:solidFill>
                  <a:srgbClr val="0077B6"/>
                </a:solidFill>
                <a:latin typeface="Arial"/>
                <a:ea typeface="Arial"/>
                <a:cs typeface="Arial"/>
                <a:sym typeface="Arial"/>
              </a:rPr>
              <a:t>Prediction</a:t>
            </a:r>
            <a:endParaRPr b="0" i="0" sz="2400" u="none" cap="none" strike="noStrike">
              <a:latin typeface="Arial"/>
              <a:ea typeface="Arial"/>
              <a:cs typeface="Arial"/>
              <a:sym typeface="Arial"/>
            </a:endParaRPr>
          </a:p>
        </p:txBody>
      </p:sp>
      <p:sp>
        <p:nvSpPr>
          <p:cNvPr id="581" name="Google Shape;581;p62"/>
          <p:cNvSpPr txBox="1"/>
          <p:nvPr/>
        </p:nvSpPr>
        <p:spPr>
          <a:xfrm>
            <a:off x="8617320" y="2262960"/>
            <a:ext cx="1810440" cy="46152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2400" u="none" cap="none" strike="noStrike">
                <a:solidFill>
                  <a:srgbClr val="0077B6"/>
                </a:solidFill>
                <a:latin typeface="Arial"/>
                <a:ea typeface="Arial"/>
                <a:cs typeface="Arial"/>
                <a:sym typeface="Arial"/>
              </a:rPr>
              <a:t>Accuracy</a:t>
            </a:r>
            <a:endParaRPr b="0" i="0" sz="2400" u="none" cap="none" strike="noStrike">
              <a:latin typeface="Arial"/>
              <a:ea typeface="Arial"/>
              <a:cs typeface="Arial"/>
              <a:sym typeface="Arial"/>
            </a:endParaRPr>
          </a:p>
        </p:txBody>
      </p:sp>
      <p:sp>
        <p:nvSpPr>
          <p:cNvPr id="582" name="Google Shape;582;p62"/>
          <p:cNvSpPr txBox="1"/>
          <p:nvPr/>
        </p:nvSpPr>
        <p:spPr>
          <a:xfrm>
            <a:off x="7822080" y="4698360"/>
            <a:ext cx="3196080" cy="461520"/>
          </a:xfrm>
          <a:prstGeom prst="rect">
            <a:avLst/>
          </a:pr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None/>
            </a:pPr>
            <a:r>
              <a:rPr b="1" i="1" lang="pt-PT" sz="2400" u="none" cap="none" strike="noStrike">
                <a:solidFill>
                  <a:srgbClr val="0077B6"/>
                </a:solidFill>
                <a:latin typeface="Arial"/>
                <a:ea typeface="Arial"/>
                <a:cs typeface="Arial"/>
                <a:sym typeface="Arial"/>
              </a:rPr>
              <a:t>Balanced Accuracy</a:t>
            </a:r>
            <a:endParaRPr b="0" i="0" sz="2400" u="none" cap="none" strike="noStrike">
              <a:latin typeface="Arial"/>
              <a:ea typeface="Arial"/>
              <a:cs typeface="Arial"/>
              <a:sym typeface="Arial"/>
            </a:endParaRPr>
          </a:p>
        </p:txBody>
      </p:sp>
      <p:sp>
        <p:nvSpPr>
          <p:cNvPr id="583" name="Google Shape;583;p62"/>
          <p:cNvSpPr txBox="1"/>
          <p:nvPr/>
        </p:nvSpPr>
        <p:spPr>
          <a:xfrm>
            <a:off x="7530840" y="2823840"/>
            <a:ext cx="3984120" cy="5752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2"/>
          <p:cNvSpPr txBox="1"/>
          <p:nvPr/>
        </p:nvSpPr>
        <p:spPr>
          <a:xfrm>
            <a:off x="7774560" y="5194080"/>
            <a:ext cx="3291120" cy="7804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 name="Google Shape;585;p62"/>
          <p:cNvCxnSpPr>
            <a:stCxn id="580" idx="0"/>
            <a:endCxn id="581" idx="1"/>
          </p:cNvCxnSpPr>
          <p:nvPr/>
        </p:nvCxnSpPr>
        <p:spPr>
          <a:xfrm rot="-5400000">
            <a:off x="7041690" y="2321250"/>
            <a:ext cx="1403400" cy="1748100"/>
          </a:xfrm>
          <a:prstGeom prst="bentConnector3">
            <a:avLst>
              <a:gd fmla="val 50000" name="adj1"/>
            </a:avLst>
          </a:prstGeom>
          <a:noFill/>
          <a:ln cap="flat" cmpd="sng" w="19075">
            <a:solidFill>
              <a:srgbClr val="00B4D8"/>
            </a:solidFill>
            <a:prstDash val="solid"/>
            <a:miter lim="8000"/>
            <a:headEnd len="sm" w="sm" type="none"/>
            <a:tailEnd len="med" w="med" type="triangle"/>
          </a:ln>
        </p:spPr>
      </p:cxnSp>
      <p:cxnSp>
        <p:nvCxnSpPr>
          <p:cNvPr id="586" name="Google Shape;586;p62"/>
          <p:cNvCxnSpPr>
            <a:stCxn id="580" idx="2"/>
            <a:endCxn id="582" idx="1"/>
          </p:cNvCxnSpPr>
          <p:nvPr/>
        </p:nvCxnSpPr>
        <p:spPr>
          <a:xfrm flipH="1" rot="-5400000">
            <a:off x="7060440" y="4167420"/>
            <a:ext cx="570600" cy="952800"/>
          </a:xfrm>
          <a:prstGeom prst="bentConnector3">
            <a:avLst>
              <a:gd fmla="val 50000" name="adj1"/>
            </a:avLst>
          </a:prstGeom>
          <a:noFill/>
          <a:ln cap="flat" cmpd="sng" w="19075">
            <a:solidFill>
              <a:srgbClr val="00B4D8"/>
            </a:solidFill>
            <a:prstDash val="solid"/>
            <a:miter lim="8000"/>
            <a:headEnd len="sm" w="sm" type="none"/>
            <a:tailEnd len="med" w="med" type="triangle"/>
          </a:ln>
        </p:spPr>
      </p:cxnSp>
      <p:sp>
        <p:nvSpPr>
          <p:cNvPr id="587" name="Google Shape;587;p62"/>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3"/>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pic>
        <p:nvPicPr>
          <p:cNvPr descr="A graph with different colored bars&#10;&#10;Description automatically generated" id="594" name="Google Shape;594;p63"/>
          <p:cNvPicPr preferRelativeResize="0"/>
          <p:nvPr/>
        </p:nvPicPr>
        <p:blipFill rotWithShape="1">
          <a:blip r:embed="rId3">
            <a:alphaModFix/>
          </a:blip>
          <a:srcRect b="0" l="0" r="0" t="0"/>
          <a:stretch/>
        </p:blipFill>
        <p:spPr>
          <a:xfrm>
            <a:off x="3110040" y="2435040"/>
            <a:ext cx="5971680" cy="3531600"/>
          </a:xfrm>
          <a:prstGeom prst="rect">
            <a:avLst/>
          </a:prstGeom>
          <a:noFill/>
          <a:ln>
            <a:noFill/>
          </a:ln>
        </p:spPr>
      </p:pic>
      <p:sp>
        <p:nvSpPr>
          <p:cNvPr id="595" name="Google Shape;595;p63"/>
          <p:cNvSpPr txBox="1"/>
          <p:nvPr/>
        </p:nvSpPr>
        <p:spPr>
          <a:xfrm>
            <a:off x="1207080" y="1693440"/>
            <a:ext cx="415116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0" lang="pt-PT" sz="2800" u="none" cap="none" strike="noStrike">
                <a:solidFill>
                  <a:srgbClr val="0077B6"/>
                </a:solidFill>
                <a:latin typeface="Vidaloka"/>
                <a:ea typeface="Vidaloka"/>
                <a:cs typeface="Vidaloka"/>
                <a:sym typeface="Vidaloka"/>
              </a:rPr>
              <a:t>Análise do </a:t>
            </a:r>
            <a:r>
              <a:rPr b="0" i="1" lang="pt-PT" sz="2800" u="none" cap="none" strike="noStrike">
                <a:solidFill>
                  <a:srgbClr val="0077B6"/>
                </a:solidFill>
                <a:latin typeface="Vidaloka"/>
                <a:ea typeface="Vidaloka"/>
                <a:cs typeface="Vidaloka"/>
                <a:sym typeface="Vidaloka"/>
              </a:rPr>
              <a:t>Dataset</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sp>
        <p:nvSpPr>
          <p:cNvPr id="596" name="Google Shape;596;p63"/>
          <p:cNvSpPr txBox="1"/>
          <p:nvPr/>
        </p:nvSpPr>
        <p:spPr>
          <a:xfrm>
            <a:off x="3642840" y="596664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0" lang="pt-PT" sz="1600" u="none" cap="none" strike="noStrike">
                <a:solidFill>
                  <a:srgbClr val="0077B6"/>
                </a:solidFill>
                <a:latin typeface="Vidaloka"/>
                <a:ea typeface="Vidaloka"/>
                <a:cs typeface="Vidaloka"/>
                <a:sym typeface="Vidaloka"/>
              </a:rPr>
              <a:t>Distribuição das classes do </a:t>
            </a:r>
            <a:r>
              <a:rPr b="0" i="1" lang="pt-PT" sz="1600" u="none" cap="none" strike="noStrike">
                <a:solidFill>
                  <a:srgbClr val="0077B6"/>
                </a:solidFill>
                <a:latin typeface="Vidaloka"/>
                <a:ea typeface="Vidaloka"/>
                <a:cs typeface="Vidaloka"/>
                <a:sym typeface="Vidaloka"/>
              </a:rPr>
              <a:t>Dataset.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597" name="Google Shape;597;p63"/>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4"/>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sp>
        <p:nvSpPr>
          <p:cNvPr id="604" name="Google Shape;604;p64"/>
          <p:cNvSpPr txBox="1"/>
          <p:nvPr/>
        </p:nvSpPr>
        <p:spPr>
          <a:xfrm>
            <a:off x="1207080" y="1693440"/>
            <a:ext cx="755316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Accuracy</a:t>
            </a:r>
            <a:r>
              <a:rPr b="0" i="0" lang="pt-PT" sz="2800" u="none" cap="none" strike="noStrike">
                <a:solidFill>
                  <a:srgbClr val="0077B6"/>
                </a:solidFill>
                <a:latin typeface="Vidaloka"/>
                <a:ea typeface="Vidaloka"/>
                <a:cs typeface="Vidaloka"/>
                <a:sym typeface="Vidaloka"/>
              </a:rPr>
              <a:t> e </a:t>
            </a:r>
            <a:r>
              <a:rPr b="0" i="1" lang="pt-PT" sz="2800" u="none" cap="none" strike="noStrike">
                <a:solidFill>
                  <a:srgbClr val="0077B6"/>
                </a:solidFill>
                <a:latin typeface="Vidaloka"/>
                <a:ea typeface="Vidaloka"/>
                <a:cs typeface="Vidaloka"/>
                <a:sym typeface="Vidaloka"/>
              </a:rPr>
              <a:t>Balanced Accuracy – Train </a:t>
            </a:r>
            <a:r>
              <a:rPr b="0" i="0" lang="pt-PT" sz="2800" u="none" cap="none" strike="noStrike">
                <a:solidFill>
                  <a:srgbClr val="0077B6"/>
                </a:solidFill>
                <a:latin typeface="Vidaloka"/>
                <a:ea typeface="Vidaloka"/>
                <a:cs typeface="Vidaloka"/>
                <a:sym typeface="Vidaloka"/>
              </a:rPr>
              <a:t>e</a:t>
            </a:r>
            <a:r>
              <a:rPr b="0" i="1" lang="pt-PT" sz="2800" u="none" cap="none" strike="noStrike">
                <a:solidFill>
                  <a:srgbClr val="0077B6"/>
                </a:solidFill>
                <a:latin typeface="Vidaloka"/>
                <a:ea typeface="Vidaloka"/>
                <a:cs typeface="Vidaloka"/>
                <a:sym typeface="Vidaloka"/>
              </a:rPr>
              <a:t> Validation</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pic>
        <p:nvPicPr>
          <p:cNvPr descr="A graph with different colored lines&#10;&#10;Description automatically generated" id="605" name="Google Shape;605;p64"/>
          <p:cNvPicPr preferRelativeResize="0"/>
          <p:nvPr/>
        </p:nvPicPr>
        <p:blipFill rotWithShape="1">
          <a:blip r:embed="rId3">
            <a:alphaModFix/>
          </a:blip>
          <a:srcRect b="0" l="0" r="0" t="0"/>
          <a:stretch/>
        </p:blipFill>
        <p:spPr>
          <a:xfrm>
            <a:off x="3177000" y="2435040"/>
            <a:ext cx="5837760" cy="3535200"/>
          </a:xfrm>
          <a:prstGeom prst="rect">
            <a:avLst/>
          </a:prstGeom>
          <a:noFill/>
          <a:ln>
            <a:noFill/>
          </a:ln>
        </p:spPr>
      </p:pic>
      <p:sp>
        <p:nvSpPr>
          <p:cNvPr id="606" name="Google Shape;606;p64"/>
          <p:cNvSpPr txBox="1"/>
          <p:nvPr/>
        </p:nvSpPr>
        <p:spPr>
          <a:xfrm>
            <a:off x="3642840" y="596664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0" lang="pt-PT" sz="1600" u="none" cap="none" strike="noStrike">
                <a:solidFill>
                  <a:srgbClr val="0077B6"/>
                </a:solidFill>
                <a:latin typeface="Vidaloka"/>
                <a:ea typeface="Vidaloka"/>
                <a:cs typeface="Vidaloka"/>
                <a:sym typeface="Vidaloka"/>
              </a:rPr>
              <a:t>Imagens originais.</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07" name="Google Shape;607;p64"/>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5"/>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sp>
        <p:nvSpPr>
          <p:cNvPr id="614" name="Google Shape;614;p65"/>
          <p:cNvSpPr txBox="1"/>
          <p:nvPr/>
        </p:nvSpPr>
        <p:spPr>
          <a:xfrm>
            <a:off x="1207080" y="1693440"/>
            <a:ext cx="771120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Accuracy</a:t>
            </a:r>
            <a:r>
              <a:rPr b="0" i="0" lang="pt-PT" sz="2800" u="none" cap="none" strike="noStrike">
                <a:solidFill>
                  <a:srgbClr val="0077B6"/>
                </a:solidFill>
                <a:latin typeface="Vidaloka"/>
                <a:ea typeface="Vidaloka"/>
                <a:cs typeface="Vidaloka"/>
                <a:sym typeface="Vidaloka"/>
              </a:rPr>
              <a:t> e </a:t>
            </a:r>
            <a:r>
              <a:rPr b="0" i="1" lang="pt-PT" sz="2800" u="none" cap="none" strike="noStrike">
                <a:solidFill>
                  <a:srgbClr val="0077B6"/>
                </a:solidFill>
                <a:latin typeface="Vidaloka"/>
                <a:ea typeface="Vidaloka"/>
                <a:cs typeface="Vidaloka"/>
                <a:sym typeface="Vidaloka"/>
              </a:rPr>
              <a:t>Balanced Accuracy – Train </a:t>
            </a:r>
            <a:r>
              <a:rPr b="0" i="0" lang="pt-PT" sz="2800" u="none" cap="none" strike="noStrike">
                <a:solidFill>
                  <a:srgbClr val="0077B6"/>
                </a:solidFill>
                <a:latin typeface="Vidaloka"/>
                <a:ea typeface="Vidaloka"/>
                <a:cs typeface="Vidaloka"/>
                <a:sym typeface="Vidaloka"/>
              </a:rPr>
              <a:t>e</a:t>
            </a:r>
            <a:r>
              <a:rPr b="0" i="1" lang="pt-PT" sz="2800" u="none" cap="none" strike="noStrike">
                <a:solidFill>
                  <a:srgbClr val="0077B6"/>
                </a:solidFill>
                <a:latin typeface="Vidaloka"/>
                <a:ea typeface="Vidaloka"/>
                <a:cs typeface="Vidaloka"/>
                <a:sym typeface="Vidaloka"/>
              </a:rPr>
              <a:t> Validation</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pic>
        <p:nvPicPr>
          <p:cNvPr descr="A graph of different colored lines&#10;&#10;Description automatically generated" id="615" name="Google Shape;615;p65"/>
          <p:cNvPicPr preferRelativeResize="0"/>
          <p:nvPr/>
        </p:nvPicPr>
        <p:blipFill rotWithShape="1">
          <a:blip r:embed="rId3">
            <a:alphaModFix/>
          </a:blip>
          <a:srcRect b="0" l="0" r="0" t="0"/>
          <a:stretch/>
        </p:blipFill>
        <p:spPr>
          <a:xfrm>
            <a:off x="961920" y="2531160"/>
            <a:ext cx="4813920" cy="2907360"/>
          </a:xfrm>
          <a:prstGeom prst="rect">
            <a:avLst/>
          </a:prstGeom>
          <a:noFill/>
          <a:ln>
            <a:noFill/>
          </a:ln>
        </p:spPr>
      </p:pic>
      <p:pic>
        <p:nvPicPr>
          <p:cNvPr descr="A graph of different colored lines&#10;&#10;Description automatically generated" id="616" name="Google Shape;616;p65"/>
          <p:cNvPicPr preferRelativeResize="0"/>
          <p:nvPr/>
        </p:nvPicPr>
        <p:blipFill rotWithShape="1">
          <a:blip r:embed="rId4">
            <a:alphaModFix/>
          </a:blip>
          <a:srcRect b="0" l="0" r="0" t="0"/>
          <a:stretch/>
        </p:blipFill>
        <p:spPr>
          <a:xfrm>
            <a:off x="6415920" y="2514240"/>
            <a:ext cx="4813920" cy="2924280"/>
          </a:xfrm>
          <a:prstGeom prst="rect">
            <a:avLst/>
          </a:prstGeom>
          <a:noFill/>
          <a:ln>
            <a:noFill/>
          </a:ln>
        </p:spPr>
      </p:pic>
      <p:sp>
        <p:nvSpPr>
          <p:cNvPr id="617" name="Google Shape;617;p65"/>
          <p:cNvSpPr txBox="1"/>
          <p:nvPr/>
        </p:nvSpPr>
        <p:spPr>
          <a:xfrm>
            <a:off x="915840" y="541584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 </a:t>
            </a:r>
            <a:r>
              <a:rPr b="0" i="0" lang="pt-PT" sz="1600" u="none" cap="none" strike="noStrike">
                <a:solidFill>
                  <a:srgbClr val="0077B6"/>
                </a:solidFill>
                <a:latin typeface="Vidaloka"/>
                <a:ea typeface="Vidaloka"/>
                <a:cs typeface="Vidaloka"/>
                <a:sym typeface="Vidaloka"/>
              </a:rPr>
              <a:t>da face.</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18" name="Google Shape;618;p65"/>
          <p:cNvSpPr txBox="1"/>
          <p:nvPr/>
        </p:nvSpPr>
        <p:spPr>
          <a:xfrm>
            <a:off x="6369840" y="536760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 </a:t>
            </a:r>
            <a:r>
              <a:rPr b="0" i="0" lang="pt-PT" sz="1600" u="none" cap="none" strike="noStrike">
                <a:solidFill>
                  <a:srgbClr val="0077B6"/>
                </a:solidFill>
                <a:latin typeface="Vidaloka"/>
                <a:ea typeface="Vidaloka"/>
                <a:cs typeface="Vidaloka"/>
                <a:sym typeface="Vidaloka"/>
              </a:rPr>
              <a:t>dos olhos, sobrancelhas, boca e nariz</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19" name="Google Shape;619;p65"/>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6"/>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sp>
        <p:nvSpPr>
          <p:cNvPr id="626" name="Google Shape;626;p66"/>
          <p:cNvSpPr txBox="1"/>
          <p:nvPr/>
        </p:nvSpPr>
        <p:spPr>
          <a:xfrm>
            <a:off x="1207080" y="1693440"/>
            <a:ext cx="749700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Accuracy</a:t>
            </a:r>
            <a:r>
              <a:rPr b="0" i="0" lang="pt-PT" sz="2800" u="none" cap="none" strike="noStrike">
                <a:solidFill>
                  <a:srgbClr val="0077B6"/>
                </a:solidFill>
                <a:latin typeface="Vidaloka"/>
                <a:ea typeface="Vidaloka"/>
                <a:cs typeface="Vidaloka"/>
                <a:sym typeface="Vidaloka"/>
              </a:rPr>
              <a:t> e </a:t>
            </a:r>
            <a:r>
              <a:rPr b="0" i="1" lang="pt-PT" sz="2800" u="none" cap="none" strike="noStrike">
                <a:solidFill>
                  <a:srgbClr val="0077B6"/>
                </a:solidFill>
                <a:latin typeface="Vidaloka"/>
                <a:ea typeface="Vidaloka"/>
                <a:cs typeface="Vidaloka"/>
                <a:sym typeface="Vidaloka"/>
              </a:rPr>
              <a:t>Balanced Accuracy – Train </a:t>
            </a:r>
            <a:r>
              <a:rPr b="0" i="0" lang="pt-PT" sz="2800" u="none" cap="none" strike="noStrike">
                <a:solidFill>
                  <a:srgbClr val="0077B6"/>
                </a:solidFill>
                <a:latin typeface="Vidaloka"/>
                <a:ea typeface="Vidaloka"/>
                <a:cs typeface="Vidaloka"/>
                <a:sym typeface="Vidaloka"/>
              </a:rPr>
              <a:t>e</a:t>
            </a:r>
            <a:r>
              <a:rPr b="0" i="1" lang="pt-PT" sz="2800" u="none" cap="none" strike="noStrike">
                <a:solidFill>
                  <a:srgbClr val="0077B6"/>
                </a:solidFill>
                <a:latin typeface="Vidaloka"/>
                <a:ea typeface="Vidaloka"/>
                <a:cs typeface="Vidaloka"/>
                <a:sym typeface="Vidaloka"/>
              </a:rPr>
              <a:t> Validation</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pic>
        <p:nvPicPr>
          <p:cNvPr descr="A graph of different colored lines&#10;&#10;Description automatically generated" id="627" name="Google Shape;627;p66"/>
          <p:cNvPicPr preferRelativeResize="0"/>
          <p:nvPr/>
        </p:nvPicPr>
        <p:blipFill rotWithShape="1">
          <a:blip r:embed="rId3">
            <a:alphaModFix/>
          </a:blip>
          <a:srcRect b="0" l="0" r="0" t="0"/>
          <a:stretch/>
        </p:blipFill>
        <p:spPr>
          <a:xfrm>
            <a:off x="899280" y="2542680"/>
            <a:ext cx="4876560" cy="2907360"/>
          </a:xfrm>
          <a:prstGeom prst="rect">
            <a:avLst/>
          </a:prstGeom>
          <a:noFill/>
          <a:ln>
            <a:noFill/>
          </a:ln>
        </p:spPr>
      </p:pic>
      <p:pic>
        <p:nvPicPr>
          <p:cNvPr descr="A graph of different colored lines&#10;&#10;Description automatically generated" id="628" name="Google Shape;628;p66"/>
          <p:cNvPicPr preferRelativeResize="0"/>
          <p:nvPr/>
        </p:nvPicPr>
        <p:blipFill rotWithShape="1">
          <a:blip r:embed="rId4">
            <a:alphaModFix/>
          </a:blip>
          <a:srcRect b="0" l="0" r="0" t="0"/>
          <a:stretch/>
        </p:blipFill>
        <p:spPr>
          <a:xfrm>
            <a:off x="6415920" y="2525760"/>
            <a:ext cx="4910760" cy="2924280"/>
          </a:xfrm>
          <a:prstGeom prst="rect">
            <a:avLst/>
          </a:prstGeom>
          <a:noFill/>
          <a:ln>
            <a:noFill/>
          </a:ln>
        </p:spPr>
      </p:pic>
      <p:sp>
        <p:nvSpPr>
          <p:cNvPr id="629" name="Google Shape;629;p66"/>
          <p:cNvSpPr txBox="1"/>
          <p:nvPr/>
        </p:nvSpPr>
        <p:spPr>
          <a:xfrm>
            <a:off x="884520" y="545004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 </a:t>
            </a:r>
            <a:r>
              <a:rPr b="0" i="0" lang="pt-PT" sz="1600" u="none" cap="none" strike="noStrike">
                <a:solidFill>
                  <a:srgbClr val="0077B6"/>
                </a:solidFill>
                <a:latin typeface="Vidaloka"/>
                <a:ea typeface="Vidaloka"/>
                <a:cs typeface="Vidaloka"/>
                <a:sym typeface="Vidaloka"/>
              </a:rPr>
              <a:t>dos olhos</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30" name="Google Shape;630;p66"/>
          <p:cNvSpPr txBox="1"/>
          <p:nvPr/>
        </p:nvSpPr>
        <p:spPr>
          <a:xfrm>
            <a:off x="6415920" y="545004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 </a:t>
            </a:r>
            <a:r>
              <a:rPr b="0" i="0" lang="pt-PT" sz="1600" u="none" cap="none" strike="noStrike">
                <a:solidFill>
                  <a:srgbClr val="0077B6"/>
                </a:solidFill>
                <a:latin typeface="Vidaloka"/>
                <a:ea typeface="Vidaloka"/>
                <a:cs typeface="Vidaloka"/>
                <a:sym typeface="Vidaloka"/>
              </a:rPr>
              <a:t>da boca</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31" name="Google Shape;631;p66"/>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7"/>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sp>
        <p:nvSpPr>
          <p:cNvPr id="638" name="Google Shape;638;p67"/>
          <p:cNvSpPr txBox="1"/>
          <p:nvPr/>
        </p:nvSpPr>
        <p:spPr>
          <a:xfrm>
            <a:off x="1207080" y="1693440"/>
            <a:ext cx="650844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Accuracy</a:t>
            </a:r>
            <a:r>
              <a:rPr b="0" i="0" lang="pt-PT" sz="2800" u="none" cap="none" strike="noStrike">
                <a:solidFill>
                  <a:srgbClr val="0077B6"/>
                </a:solidFill>
                <a:latin typeface="Vidaloka"/>
                <a:ea typeface="Vidaloka"/>
                <a:cs typeface="Vidaloka"/>
                <a:sym typeface="Vidaloka"/>
              </a:rPr>
              <a:t> e </a:t>
            </a:r>
            <a:r>
              <a:rPr b="0" i="1" lang="pt-PT" sz="2800" u="none" cap="none" strike="noStrike">
                <a:solidFill>
                  <a:srgbClr val="0077B6"/>
                </a:solidFill>
                <a:latin typeface="Vidaloka"/>
                <a:ea typeface="Vidaloka"/>
                <a:cs typeface="Vidaloka"/>
                <a:sym typeface="Vidaloka"/>
              </a:rPr>
              <a:t>Balanced Accuracy – Test</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graphicFrame>
        <p:nvGraphicFramePr>
          <p:cNvPr id="639" name="Google Shape;639;p67"/>
          <p:cNvGraphicFramePr/>
          <p:nvPr/>
        </p:nvGraphicFramePr>
        <p:xfrm>
          <a:off x="936360" y="3256920"/>
          <a:ext cx="3000000" cy="3000000"/>
        </p:xfrm>
        <a:graphic>
          <a:graphicData uri="http://schemas.openxmlformats.org/drawingml/2006/table">
            <a:tbl>
              <a:tblPr>
                <a:noFill/>
                <a:tableStyleId>{5BDA3B05-EA2C-45DD-8325-B292E7C7C2BA}</a:tableStyleId>
              </a:tblPr>
              <a:tblGrid>
                <a:gridCol w="2201750"/>
                <a:gridCol w="1501550"/>
                <a:gridCol w="1681925"/>
                <a:gridCol w="1930325"/>
                <a:gridCol w="1512725"/>
                <a:gridCol w="1490750"/>
              </a:tblGrid>
              <a:tr h="674275">
                <a:tc>
                  <a:txBody>
                    <a:bodyPr/>
                    <a:lstStyle/>
                    <a:p>
                      <a:pPr indent="-216000" lvl="0" marL="216000" marR="0" rtl="0" algn="ctr">
                        <a:spcBef>
                          <a:spcPts val="0"/>
                        </a:spcBef>
                        <a:spcAft>
                          <a:spcPts val="0"/>
                        </a:spcAft>
                        <a:buClr>
                          <a:srgbClr val="000000"/>
                        </a:buClr>
                        <a:buSzPts val="810"/>
                        <a:buFont typeface="Noto Sans Symbols"/>
                        <a:buChar char="●"/>
                      </a:pPr>
                      <a:r>
                        <a:rPr b="0" lang="pt-PT" sz="1800" u="none" cap="none" strike="noStrike">
                          <a:latin typeface="Arial"/>
                          <a:ea typeface="Arial"/>
                          <a:cs typeface="Arial"/>
                          <a:sym typeface="Arial"/>
                        </a:rPr>
                        <a:t>Parameters</a:t>
                      </a:r>
                      <a:endParaRPr b="0" sz="1800" u="none" cap="none" strike="noStrike">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1" lang="pt-PT" sz="2400" u="none" cap="none" strike="noStrike">
                          <a:latin typeface="Times New Roman"/>
                          <a:ea typeface="Times New Roman"/>
                          <a:cs typeface="Times New Roman"/>
                          <a:sym typeface="Times New Roman"/>
                        </a:rPr>
                        <a:t>Original</a:t>
                      </a:r>
                      <a:endParaRPr b="1"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1" lang="pt-PT" sz="2400" u="none" cap="none" strike="noStrike">
                          <a:latin typeface="Times New Roman"/>
                          <a:ea typeface="Times New Roman"/>
                          <a:cs typeface="Times New Roman"/>
                          <a:sym typeface="Times New Roman"/>
                        </a:rPr>
                        <a:t>Full Facial</a:t>
                      </a:r>
                      <a:endParaRPr b="1"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1" lang="pt-PT" sz="2400" u="none" cap="none" strike="noStrike">
                          <a:latin typeface="Times New Roman"/>
                          <a:ea typeface="Times New Roman"/>
                          <a:cs typeface="Times New Roman"/>
                          <a:sym typeface="Times New Roman"/>
                        </a:rPr>
                        <a:t>Facial Features</a:t>
                      </a:r>
                      <a:endParaRPr b="1"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1" lang="pt-PT" sz="2400" u="none" cap="none" strike="noStrike">
                          <a:latin typeface="Times New Roman"/>
                          <a:ea typeface="Times New Roman"/>
                          <a:cs typeface="Times New Roman"/>
                          <a:sym typeface="Times New Roman"/>
                        </a:rPr>
                        <a:t>Eyes</a:t>
                      </a:r>
                      <a:endParaRPr b="1"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1" lang="pt-PT" sz="2400" u="none" cap="none" strike="noStrike">
                          <a:latin typeface="Times New Roman"/>
                          <a:ea typeface="Times New Roman"/>
                          <a:cs typeface="Times New Roman"/>
                          <a:sym typeface="Times New Roman"/>
                        </a:rPr>
                        <a:t>Mouth</a:t>
                      </a:r>
                      <a:endParaRPr b="1" sz="2400" u="none" cap="none" strike="noStrike">
                        <a:latin typeface="Times New Roman"/>
                        <a:ea typeface="Times New Roman"/>
                        <a:cs typeface="Times New Roman"/>
                        <a:sym typeface="Times New Roman"/>
                      </a:endParaRPr>
                    </a:p>
                  </a:txBody>
                  <a:tcPr marT="45725" marB="45725" marR="91450" marL="91450">
                    <a:solidFill>
                      <a:srgbClr val="156082"/>
                    </a:solidFill>
                  </a:tcPr>
                </a:tc>
              </a:tr>
              <a:tr h="337325">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latin typeface="Times New Roman"/>
                          <a:ea typeface="Times New Roman"/>
                          <a:cs typeface="Times New Roman"/>
                          <a:sym typeface="Times New Roman"/>
                        </a:rPr>
                        <a:t>Accuracy</a:t>
                      </a:r>
                      <a:endParaRPr b="0"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latin typeface="Times New Roman"/>
                          <a:ea typeface="Times New Roman"/>
                          <a:cs typeface="Times New Roman"/>
                          <a:sym typeface="Times New Roman"/>
                        </a:rPr>
                        <a:t>79.21%</a:t>
                      </a:r>
                      <a:endParaRPr b="0"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latin typeface="Times New Roman"/>
                          <a:ea typeface="Times New Roman"/>
                          <a:cs typeface="Times New Roman"/>
                          <a:sym typeface="Times New Roman"/>
                        </a:rPr>
                        <a:t>55.82%</a:t>
                      </a:r>
                      <a:endParaRPr b="0"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latin typeface="Times New Roman"/>
                          <a:ea typeface="Times New Roman"/>
                          <a:cs typeface="Times New Roman"/>
                          <a:sym typeface="Times New Roman"/>
                        </a:rPr>
                        <a:t>57.10%</a:t>
                      </a:r>
                      <a:endParaRPr b="0"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latin typeface="Times New Roman"/>
                          <a:ea typeface="Times New Roman"/>
                          <a:cs typeface="Times New Roman"/>
                          <a:sym typeface="Times New Roman"/>
                        </a:rPr>
                        <a:t>42.17%</a:t>
                      </a:r>
                      <a:endParaRPr b="0" sz="2400" u="none" cap="none" strike="noStrike">
                        <a:latin typeface="Times New Roman"/>
                        <a:ea typeface="Times New Roman"/>
                        <a:cs typeface="Times New Roman"/>
                        <a:sym typeface="Times New Roman"/>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latin typeface="Times New Roman"/>
                          <a:ea typeface="Times New Roman"/>
                          <a:cs typeface="Times New Roman"/>
                          <a:sym typeface="Times New Roman"/>
                        </a:rPr>
                        <a:t>50.67%</a:t>
                      </a:r>
                      <a:endParaRPr b="0" sz="2400" u="none" cap="none" strike="noStrike">
                        <a:latin typeface="Times New Roman"/>
                        <a:ea typeface="Times New Roman"/>
                        <a:cs typeface="Times New Roman"/>
                        <a:sym typeface="Times New Roman"/>
                      </a:endParaRPr>
                    </a:p>
                  </a:txBody>
                  <a:tcPr marT="45725" marB="45725" marR="91450" marL="91450">
                    <a:solidFill>
                      <a:srgbClr val="156082"/>
                    </a:solidFill>
                  </a:tcPr>
                </a:tc>
              </a:tr>
              <a:tr h="695150">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solidFill>
                            <a:srgbClr val="2D2E2D"/>
                          </a:solidFill>
                          <a:latin typeface="Arial"/>
                          <a:ea typeface="Arial"/>
                          <a:cs typeface="Arial"/>
                          <a:sym typeface="Arial"/>
                        </a:rPr>
                        <a:t>Balanced Accuracy</a:t>
                      </a:r>
                      <a:endParaRPr b="0" sz="2400" u="none" cap="none" strike="noStrike">
                        <a:solidFill>
                          <a:srgbClr val="2D2E2D"/>
                        </a:solidFill>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solidFill>
                            <a:srgbClr val="2D2E2D"/>
                          </a:solidFill>
                          <a:latin typeface="Arial"/>
                          <a:ea typeface="Arial"/>
                          <a:cs typeface="Arial"/>
                          <a:sym typeface="Arial"/>
                        </a:rPr>
                        <a:t>69.8%</a:t>
                      </a:r>
                      <a:endParaRPr b="0" sz="2400" u="none" cap="none" strike="noStrike">
                        <a:solidFill>
                          <a:srgbClr val="2D2E2D"/>
                        </a:solidFill>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solidFill>
                            <a:srgbClr val="2D2E2D"/>
                          </a:solidFill>
                          <a:latin typeface="Arial"/>
                          <a:ea typeface="Arial"/>
                          <a:cs typeface="Arial"/>
                          <a:sym typeface="Arial"/>
                        </a:rPr>
                        <a:t>42.74%</a:t>
                      </a:r>
                      <a:endParaRPr b="0" sz="2400" u="none" cap="none" strike="noStrike">
                        <a:solidFill>
                          <a:srgbClr val="2D2E2D"/>
                        </a:solidFill>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solidFill>
                            <a:srgbClr val="2D2E2D"/>
                          </a:solidFill>
                          <a:latin typeface="Arial"/>
                          <a:ea typeface="Arial"/>
                          <a:cs typeface="Arial"/>
                          <a:sym typeface="Arial"/>
                        </a:rPr>
                        <a:t>41.37%</a:t>
                      </a:r>
                      <a:endParaRPr b="0" sz="2400" u="none" cap="none" strike="noStrike">
                        <a:solidFill>
                          <a:srgbClr val="2D2E2D"/>
                        </a:solidFill>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solidFill>
                            <a:srgbClr val="2D2E2D"/>
                          </a:solidFill>
                          <a:latin typeface="Arial"/>
                          <a:ea typeface="Arial"/>
                          <a:cs typeface="Arial"/>
                          <a:sym typeface="Arial"/>
                        </a:rPr>
                        <a:t>32.16%</a:t>
                      </a:r>
                      <a:endParaRPr b="0" sz="2400" u="none" cap="none" strike="noStrike">
                        <a:solidFill>
                          <a:srgbClr val="2D2E2D"/>
                        </a:solidFill>
                        <a:latin typeface="Arial"/>
                        <a:ea typeface="Arial"/>
                        <a:cs typeface="Arial"/>
                        <a:sym typeface="Arial"/>
                      </a:endParaRPr>
                    </a:p>
                  </a:txBody>
                  <a:tcPr marT="45725" marB="45725" marR="91450" marL="91450">
                    <a:solidFill>
                      <a:srgbClr val="156082"/>
                    </a:solidFill>
                  </a:tcPr>
                </a:tc>
                <a:tc>
                  <a:txBody>
                    <a:bodyPr/>
                    <a:lstStyle/>
                    <a:p>
                      <a:pPr indent="-216000" lvl="0" marL="216000" marR="0" rtl="0" algn="ctr">
                        <a:spcBef>
                          <a:spcPts val="0"/>
                        </a:spcBef>
                        <a:spcAft>
                          <a:spcPts val="0"/>
                        </a:spcAft>
                        <a:buClr>
                          <a:srgbClr val="000000"/>
                        </a:buClr>
                        <a:buSzPts val="1080"/>
                        <a:buFont typeface="Noto Sans Symbols"/>
                        <a:buChar char="●"/>
                      </a:pPr>
                      <a:r>
                        <a:rPr b="0" lang="pt-PT" sz="2400" u="none" cap="none" strike="noStrike">
                          <a:solidFill>
                            <a:srgbClr val="2D2E2D"/>
                          </a:solidFill>
                          <a:latin typeface="Arial"/>
                          <a:ea typeface="Arial"/>
                          <a:cs typeface="Arial"/>
                          <a:sym typeface="Arial"/>
                        </a:rPr>
                        <a:t>36.76%</a:t>
                      </a:r>
                      <a:endParaRPr b="0" sz="2400" u="none" cap="none" strike="noStrike">
                        <a:solidFill>
                          <a:srgbClr val="2D2E2D"/>
                        </a:solidFill>
                        <a:latin typeface="Arial"/>
                        <a:ea typeface="Arial"/>
                        <a:cs typeface="Arial"/>
                        <a:sym typeface="Arial"/>
                      </a:endParaRPr>
                    </a:p>
                  </a:txBody>
                  <a:tcPr marT="45725" marB="45725" marR="91450" marL="91450">
                    <a:solidFill>
                      <a:srgbClr val="156082"/>
                    </a:solidFill>
                  </a:tcPr>
                </a:tc>
              </a:tr>
            </a:tbl>
          </a:graphicData>
        </a:graphic>
      </p:graphicFrame>
      <p:sp>
        <p:nvSpPr>
          <p:cNvPr id="640" name="Google Shape;640;p67"/>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8"/>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sp>
        <p:nvSpPr>
          <p:cNvPr id="647" name="Google Shape;647;p68"/>
          <p:cNvSpPr txBox="1"/>
          <p:nvPr/>
        </p:nvSpPr>
        <p:spPr>
          <a:xfrm>
            <a:off x="1207080" y="1693440"/>
            <a:ext cx="650844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Confusion Matrix</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sp>
        <p:nvSpPr>
          <p:cNvPr id="648" name="Google Shape;648;p68"/>
          <p:cNvSpPr txBox="1"/>
          <p:nvPr/>
        </p:nvSpPr>
        <p:spPr>
          <a:xfrm>
            <a:off x="3774600" y="604116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0" lang="pt-PT" sz="1600" u="none" cap="none" strike="noStrike">
                <a:solidFill>
                  <a:srgbClr val="0077B6"/>
                </a:solidFill>
                <a:latin typeface="Vidaloka"/>
                <a:ea typeface="Vidaloka"/>
                <a:cs typeface="Vidaloka"/>
                <a:sym typeface="Vidaloka"/>
              </a:rPr>
              <a:t>Imagens originais</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pic>
        <p:nvPicPr>
          <p:cNvPr descr="A screenshot of a graph&#10;&#10;Description automatically generated" id="649" name="Google Shape;649;p68"/>
          <p:cNvPicPr preferRelativeResize="0"/>
          <p:nvPr/>
        </p:nvPicPr>
        <p:blipFill rotWithShape="1">
          <a:blip r:embed="rId3">
            <a:alphaModFix/>
          </a:blip>
          <a:srcRect b="0" l="0" r="0" t="0"/>
          <a:stretch/>
        </p:blipFill>
        <p:spPr>
          <a:xfrm>
            <a:off x="3942360" y="2363040"/>
            <a:ext cx="4307040" cy="3677760"/>
          </a:xfrm>
          <a:prstGeom prst="rect">
            <a:avLst/>
          </a:prstGeom>
          <a:noFill/>
          <a:ln>
            <a:noFill/>
          </a:ln>
        </p:spPr>
      </p:pic>
      <p:sp>
        <p:nvSpPr>
          <p:cNvPr id="650" name="Google Shape;650;p68"/>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9"/>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sp>
        <p:nvSpPr>
          <p:cNvPr id="657" name="Google Shape;657;p69"/>
          <p:cNvSpPr txBox="1"/>
          <p:nvPr/>
        </p:nvSpPr>
        <p:spPr>
          <a:xfrm>
            <a:off x="1207080" y="1693440"/>
            <a:ext cx="650844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Confusion Matrix</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sp>
        <p:nvSpPr>
          <p:cNvPr id="658" name="Google Shape;658;p69"/>
          <p:cNvSpPr txBox="1"/>
          <p:nvPr/>
        </p:nvSpPr>
        <p:spPr>
          <a:xfrm>
            <a:off x="1069920" y="595008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a:t>
            </a:r>
            <a:r>
              <a:rPr b="0" i="0" lang="pt-PT" sz="1600" u="none" cap="none" strike="noStrike">
                <a:solidFill>
                  <a:srgbClr val="0077B6"/>
                </a:solidFill>
                <a:latin typeface="Vidaloka"/>
                <a:ea typeface="Vidaloka"/>
                <a:cs typeface="Vidaloka"/>
                <a:sym typeface="Vidaloka"/>
              </a:rPr>
              <a:t> da face</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pic>
        <p:nvPicPr>
          <p:cNvPr descr="A screenshot of a graph&#10;&#10;Description automatically generated" id="659" name="Google Shape;659;p69"/>
          <p:cNvPicPr preferRelativeResize="0"/>
          <p:nvPr/>
        </p:nvPicPr>
        <p:blipFill rotWithShape="1">
          <a:blip r:embed="rId3">
            <a:alphaModFix/>
          </a:blip>
          <a:srcRect b="0" l="0" r="0" t="0"/>
          <a:stretch/>
        </p:blipFill>
        <p:spPr>
          <a:xfrm>
            <a:off x="1410480" y="2346120"/>
            <a:ext cx="4322880" cy="3708000"/>
          </a:xfrm>
          <a:prstGeom prst="rect">
            <a:avLst/>
          </a:prstGeom>
          <a:noFill/>
          <a:ln>
            <a:noFill/>
          </a:ln>
        </p:spPr>
      </p:pic>
      <p:pic>
        <p:nvPicPr>
          <p:cNvPr descr="A screenshot of a graph&#10;&#10;Description automatically generated" id="660" name="Google Shape;660;p69"/>
          <p:cNvPicPr preferRelativeResize="0"/>
          <p:nvPr/>
        </p:nvPicPr>
        <p:blipFill rotWithShape="1">
          <a:blip r:embed="rId4">
            <a:alphaModFix/>
          </a:blip>
          <a:srcRect b="0" l="0" r="0" t="0"/>
          <a:stretch/>
        </p:blipFill>
        <p:spPr>
          <a:xfrm>
            <a:off x="6275160" y="2356560"/>
            <a:ext cx="4463280" cy="3677760"/>
          </a:xfrm>
          <a:prstGeom prst="rect">
            <a:avLst/>
          </a:prstGeom>
          <a:noFill/>
          <a:ln>
            <a:noFill/>
          </a:ln>
        </p:spPr>
      </p:pic>
      <p:sp>
        <p:nvSpPr>
          <p:cNvPr id="661" name="Google Shape;661;p69"/>
          <p:cNvSpPr txBox="1"/>
          <p:nvPr/>
        </p:nvSpPr>
        <p:spPr>
          <a:xfrm>
            <a:off x="6043320" y="597276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a:t>
            </a:r>
            <a:r>
              <a:rPr b="0" i="0" lang="pt-PT" sz="1600" u="none" cap="none" strike="noStrike">
                <a:solidFill>
                  <a:srgbClr val="0077B6"/>
                </a:solidFill>
                <a:latin typeface="Vidaloka"/>
                <a:ea typeface="Vidaloka"/>
                <a:cs typeface="Vidaloka"/>
                <a:sym typeface="Vidaloka"/>
              </a:rPr>
              <a:t> dos olhos, sobrancelhas, boca e nariz</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62" name="Google Shape;662;p69"/>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0"/>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03 - Resultados e Discussão</a:t>
            </a:r>
            <a:endParaRPr b="0" i="0" sz="5400" u="none" cap="none" strike="noStrike">
              <a:latin typeface="Arial"/>
              <a:ea typeface="Arial"/>
              <a:cs typeface="Arial"/>
              <a:sym typeface="Arial"/>
            </a:endParaRPr>
          </a:p>
        </p:txBody>
      </p:sp>
      <p:pic>
        <p:nvPicPr>
          <p:cNvPr descr="A screenshot of a graph&#10;&#10;Description automatically generated" id="669" name="Google Shape;669;p70"/>
          <p:cNvPicPr preferRelativeResize="0"/>
          <p:nvPr/>
        </p:nvPicPr>
        <p:blipFill rotWithShape="1">
          <a:blip r:embed="rId3">
            <a:alphaModFix/>
          </a:blip>
          <a:srcRect b="0" l="0" r="0" t="0"/>
          <a:stretch/>
        </p:blipFill>
        <p:spPr>
          <a:xfrm>
            <a:off x="1377360" y="2340000"/>
            <a:ext cx="4362120" cy="3708000"/>
          </a:xfrm>
          <a:prstGeom prst="rect">
            <a:avLst/>
          </a:prstGeom>
          <a:noFill/>
          <a:ln>
            <a:noFill/>
          </a:ln>
        </p:spPr>
      </p:pic>
      <p:sp>
        <p:nvSpPr>
          <p:cNvPr id="670" name="Google Shape;670;p70"/>
          <p:cNvSpPr txBox="1"/>
          <p:nvPr/>
        </p:nvSpPr>
        <p:spPr>
          <a:xfrm>
            <a:off x="1207080" y="1693440"/>
            <a:ext cx="6508440" cy="741240"/>
          </a:xfrm>
          <a:prstGeom prst="rect">
            <a:avLst/>
          </a:prstGeom>
          <a:noFill/>
          <a:ln>
            <a:noFill/>
          </a:ln>
        </p:spPr>
        <p:txBody>
          <a:bodyPr anchorCtr="0" anchor="t" bIns="122025" lIns="122025" spcFirstLastPara="1" rIns="122025" wrap="square" tIns="122025">
            <a:noAutofit/>
          </a:bodyPr>
          <a:lstStyle/>
          <a:p>
            <a:pPr indent="-228600" lvl="0" marL="228600" marR="0" rtl="0" algn="l">
              <a:lnSpc>
                <a:spcPct val="100000"/>
              </a:lnSpc>
              <a:spcBef>
                <a:spcPts val="0"/>
              </a:spcBef>
              <a:spcAft>
                <a:spcPts val="0"/>
              </a:spcAft>
              <a:buNone/>
            </a:pPr>
            <a:r>
              <a:rPr b="0" i="1" lang="pt-PT" sz="2800" u="none" cap="none" strike="noStrike">
                <a:solidFill>
                  <a:srgbClr val="0077B6"/>
                </a:solidFill>
                <a:latin typeface="Vidaloka"/>
                <a:ea typeface="Vidaloka"/>
                <a:cs typeface="Vidaloka"/>
                <a:sym typeface="Vidaloka"/>
              </a:rPr>
              <a:t>Confusion Matrix</a:t>
            </a:r>
            <a:endParaRPr b="0" i="0" sz="2800" u="none" cap="none" strike="noStrike">
              <a:latin typeface="Arial"/>
              <a:ea typeface="Arial"/>
              <a:cs typeface="Arial"/>
              <a:sym typeface="Arial"/>
            </a:endParaRPr>
          </a:p>
          <a:p>
            <a:pPr indent="-228600" lvl="0" marL="22860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pic>
        <p:nvPicPr>
          <p:cNvPr descr="A screenshot of a graph&#10;&#10;Description automatically generated" id="671" name="Google Shape;671;p70"/>
          <p:cNvPicPr preferRelativeResize="0"/>
          <p:nvPr/>
        </p:nvPicPr>
        <p:blipFill rotWithShape="1">
          <a:blip r:embed="rId4">
            <a:alphaModFix/>
          </a:blip>
          <a:srcRect b="0" l="0" r="0" t="0"/>
          <a:stretch/>
        </p:blipFill>
        <p:spPr>
          <a:xfrm>
            <a:off x="6242400" y="2349000"/>
            <a:ext cx="4330440" cy="3685320"/>
          </a:xfrm>
          <a:prstGeom prst="rect">
            <a:avLst/>
          </a:prstGeom>
          <a:noFill/>
          <a:ln>
            <a:noFill/>
          </a:ln>
        </p:spPr>
      </p:pic>
      <p:sp>
        <p:nvSpPr>
          <p:cNvPr id="672" name="Google Shape;672;p70"/>
          <p:cNvSpPr txBox="1"/>
          <p:nvPr/>
        </p:nvSpPr>
        <p:spPr>
          <a:xfrm>
            <a:off x="1069920" y="595008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a:t>
            </a:r>
            <a:r>
              <a:rPr b="0" i="0" lang="pt-PT" sz="1600" u="none" cap="none" strike="noStrike">
                <a:solidFill>
                  <a:srgbClr val="0077B6"/>
                </a:solidFill>
                <a:latin typeface="Vidaloka"/>
                <a:ea typeface="Vidaloka"/>
                <a:cs typeface="Vidaloka"/>
                <a:sym typeface="Vidaloka"/>
              </a:rPr>
              <a:t> dos olhos</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73" name="Google Shape;673;p70"/>
          <p:cNvSpPr txBox="1"/>
          <p:nvPr/>
        </p:nvSpPr>
        <p:spPr>
          <a:xfrm>
            <a:off x="6043320" y="5972760"/>
            <a:ext cx="4906080" cy="741240"/>
          </a:xfrm>
          <a:prstGeom prst="rect">
            <a:avLst/>
          </a:prstGeom>
          <a:noFill/>
          <a:ln>
            <a:noFill/>
          </a:ln>
        </p:spPr>
        <p:txBody>
          <a:bodyPr anchorCtr="1" anchor="ctr" bIns="122025" lIns="122025" spcFirstLastPara="1" rIns="122025" wrap="square" tIns="122025">
            <a:noAutofit/>
          </a:bodyPr>
          <a:lstStyle/>
          <a:p>
            <a:pPr indent="-228600" lvl="0" marL="228600" marR="0" rtl="0" algn="ctr">
              <a:lnSpc>
                <a:spcPct val="100000"/>
              </a:lnSpc>
              <a:spcBef>
                <a:spcPts val="0"/>
              </a:spcBef>
              <a:spcAft>
                <a:spcPts val="0"/>
              </a:spcAft>
              <a:buNone/>
            </a:pPr>
            <a:r>
              <a:rPr b="0" i="1" lang="pt-PT" sz="1600" u="none" cap="none" strike="noStrike">
                <a:solidFill>
                  <a:srgbClr val="0077B6"/>
                </a:solidFill>
                <a:latin typeface="Vidaloka"/>
                <a:ea typeface="Vidaloka"/>
                <a:cs typeface="Vidaloka"/>
                <a:sym typeface="Vidaloka"/>
              </a:rPr>
              <a:t>Landmarks</a:t>
            </a:r>
            <a:r>
              <a:rPr b="0" i="0" lang="pt-PT" sz="1600" u="none" cap="none" strike="noStrike">
                <a:solidFill>
                  <a:srgbClr val="0077B6"/>
                </a:solidFill>
                <a:latin typeface="Vidaloka"/>
                <a:ea typeface="Vidaloka"/>
                <a:cs typeface="Vidaloka"/>
                <a:sym typeface="Vidaloka"/>
              </a:rPr>
              <a:t> da boca</a:t>
            </a:r>
            <a:r>
              <a:rPr b="0" i="1" lang="pt-PT" sz="1600" u="none" cap="none" strike="noStrike">
                <a:solidFill>
                  <a:srgbClr val="0077B6"/>
                </a:solidFill>
                <a:latin typeface="Vidaloka"/>
                <a:ea typeface="Vidaloka"/>
                <a:cs typeface="Vidaloka"/>
                <a:sym typeface="Vidaloka"/>
              </a:rPr>
              <a:t>.</a:t>
            </a:r>
            <a:endParaRPr b="0" i="0" sz="1600" u="none" cap="none" strike="noStrike">
              <a:latin typeface="Arial"/>
              <a:ea typeface="Arial"/>
              <a:cs typeface="Arial"/>
              <a:sym typeface="Arial"/>
            </a:endParaRPr>
          </a:p>
          <a:p>
            <a:pPr indent="-228600" lvl="0" marL="228600" marR="0" rtl="0" algn="ctr">
              <a:lnSpc>
                <a:spcPct val="100000"/>
              </a:lnSpc>
              <a:spcBef>
                <a:spcPts val="0"/>
              </a:spcBef>
              <a:spcAft>
                <a:spcPts val="0"/>
              </a:spcAft>
              <a:buNone/>
            </a:pPr>
            <a:r>
              <a:t/>
            </a:r>
            <a:endParaRPr b="0" i="0" sz="1600" u="none" cap="none" strike="noStrike">
              <a:latin typeface="Arial"/>
              <a:ea typeface="Arial"/>
              <a:cs typeface="Arial"/>
              <a:sym typeface="Arial"/>
            </a:endParaRPr>
          </a:p>
        </p:txBody>
      </p:sp>
      <p:sp>
        <p:nvSpPr>
          <p:cNvPr id="674" name="Google Shape;674;p70"/>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71"/>
          <p:cNvSpPr txBox="1"/>
          <p:nvPr/>
        </p:nvSpPr>
        <p:spPr>
          <a:xfrm>
            <a:off x="1207080" y="700920"/>
            <a:ext cx="96012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pt-PT" sz="5400" u="none" cap="none" strike="noStrike">
                <a:solidFill>
                  <a:srgbClr val="03045E"/>
                </a:solidFill>
                <a:latin typeface="Arial"/>
                <a:ea typeface="Arial"/>
                <a:cs typeface="Arial"/>
                <a:sym typeface="Arial"/>
              </a:rPr>
              <a:t>04 - Conclusão</a:t>
            </a:r>
            <a:endParaRPr b="0" i="0" sz="5400" u="none" cap="none" strike="noStrike">
              <a:latin typeface="Arial"/>
              <a:ea typeface="Arial"/>
              <a:cs typeface="Arial"/>
              <a:sym typeface="Arial"/>
            </a:endParaRPr>
          </a:p>
        </p:txBody>
      </p:sp>
      <p:sp>
        <p:nvSpPr>
          <p:cNvPr id="681" name="Google Shape;681;p71"/>
          <p:cNvSpPr txBox="1"/>
          <p:nvPr/>
        </p:nvSpPr>
        <p:spPr>
          <a:xfrm>
            <a:off x="1313640" y="2187000"/>
            <a:ext cx="8692200" cy="397044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Decréscimo na performance do modelo com apenas </a:t>
            </a:r>
            <a:r>
              <a:rPr b="0" i="1" lang="pt-PT" sz="2800" u="none" cap="none" strike="noStrike">
                <a:solidFill>
                  <a:srgbClr val="0077B6"/>
                </a:solidFill>
                <a:latin typeface="Arial"/>
                <a:ea typeface="Arial"/>
                <a:cs typeface="Arial"/>
                <a:sym typeface="Arial"/>
              </a:rPr>
              <a:t>landmarks</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1" lang="pt-PT" sz="2800" u="none" cap="none" strike="noStrike">
                <a:solidFill>
                  <a:srgbClr val="0077B6"/>
                </a:solidFill>
                <a:latin typeface="Arial"/>
                <a:ea typeface="Arial"/>
                <a:cs typeface="Arial"/>
                <a:sym typeface="Arial"/>
              </a:rPr>
              <a:t>Bias</a:t>
            </a:r>
            <a:r>
              <a:rPr b="0" i="0" lang="pt-PT" sz="2800" u="none" cap="none" strike="noStrike">
                <a:solidFill>
                  <a:srgbClr val="0077B6"/>
                </a:solidFill>
                <a:latin typeface="Arial"/>
                <a:ea typeface="Arial"/>
                <a:cs typeface="Arial"/>
                <a:sym typeface="Arial"/>
              </a:rPr>
              <a:t> para a classe </a:t>
            </a:r>
            <a:r>
              <a:rPr b="0" i="1" lang="pt-PT" sz="2800" u="none" cap="none" strike="noStrike">
                <a:solidFill>
                  <a:srgbClr val="0077B6"/>
                </a:solidFill>
                <a:latin typeface="Arial"/>
                <a:ea typeface="Arial"/>
                <a:cs typeface="Arial"/>
                <a:sym typeface="Arial"/>
              </a:rPr>
              <a:t>Neutral</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Certos traços faciais representam melhor emoções específicas</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A relação entre traços faciais é importante para a classificação</a:t>
            </a:r>
            <a:endParaRPr b="0" i="0" sz="2800" u="none" cap="none" strike="noStrike">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Char char="•"/>
            </a:pPr>
            <a:r>
              <a:rPr b="0" i="0" lang="pt-PT" sz="2800" u="none" cap="none" strike="noStrike">
                <a:solidFill>
                  <a:srgbClr val="0077B6"/>
                </a:solidFill>
                <a:latin typeface="Arial"/>
                <a:ea typeface="Arial"/>
                <a:cs typeface="Arial"/>
                <a:sym typeface="Arial"/>
              </a:rPr>
              <a:t>Impacto significativo do reconhecimento de expressões faciais na sociedade </a:t>
            </a:r>
            <a:endParaRPr b="0" i="0" sz="2800" u="none" cap="none" strike="noStrike">
              <a:latin typeface="Arial"/>
              <a:ea typeface="Arial"/>
              <a:cs typeface="Arial"/>
              <a:sym typeface="Arial"/>
            </a:endParaRPr>
          </a:p>
        </p:txBody>
      </p:sp>
      <p:sp>
        <p:nvSpPr>
          <p:cNvPr id="682" name="Google Shape;682;p71"/>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2"/>
          <p:cNvSpPr txBox="1"/>
          <p:nvPr/>
        </p:nvSpPr>
        <p:spPr>
          <a:xfrm>
            <a:off x="930240" y="612360"/>
            <a:ext cx="10331640" cy="5633640"/>
          </a:xfrm>
          <a:prstGeom prst="rect">
            <a:avLst/>
          </a:prstGeom>
          <a:noFill/>
          <a:ln>
            <a:noFill/>
          </a:ln>
        </p:spPr>
        <p:txBody>
          <a:bodyPr anchorCtr="1" anchor="ctr" bIns="45700" lIns="91425" spcFirstLastPara="1" rIns="91425" wrap="square" tIns="45700">
            <a:noAutofit/>
          </a:bodyPr>
          <a:lstStyle/>
          <a:p>
            <a:pPr indent="0" lvl="0" marL="0" marR="0" rtl="0" algn="ctr">
              <a:lnSpc>
                <a:spcPct val="90000"/>
              </a:lnSpc>
              <a:spcBef>
                <a:spcPts val="0"/>
              </a:spcBef>
              <a:spcAft>
                <a:spcPts val="0"/>
              </a:spcAft>
              <a:buNone/>
            </a:pPr>
            <a:r>
              <a:rPr b="1" i="0" lang="pt-PT" sz="12000" u="none" cap="none" strike="noStrike">
                <a:solidFill>
                  <a:srgbClr val="03045E"/>
                </a:solidFill>
                <a:latin typeface="Arial"/>
                <a:ea typeface="Arial"/>
                <a:cs typeface="Arial"/>
                <a:sym typeface="Arial"/>
              </a:rPr>
              <a:t>Obrigado!</a:t>
            </a:r>
            <a:endParaRPr b="0" i="0" sz="12000" u="none" cap="none" strike="noStrike">
              <a:latin typeface="Arial"/>
              <a:ea typeface="Arial"/>
              <a:cs typeface="Arial"/>
              <a:sym typeface="Arial"/>
            </a:endParaRPr>
          </a:p>
        </p:txBody>
      </p:sp>
      <p:sp>
        <p:nvSpPr>
          <p:cNvPr id="689" name="Google Shape;689;p72"/>
          <p:cNvSpPr txBox="1"/>
          <p:nvPr/>
        </p:nvSpPr>
        <p:spPr>
          <a:xfrm>
            <a:off x="10665360" y="6289560"/>
            <a:ext cx="918720" cy="2224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PT" sz="1100" u="none" cap="none" strike="noStrike">
                <a:solidFill>
                  <a:srgbClr val="424342"/>
                </a:solidFill>
                <a:latin typeface="Arial"/>
                <a:ea typeface="Arial"/>
                <a:cs typeface="Arial"/>
                <a:sym typeface="Arial"/>
              </a:rPr>
              <a:t>‹#›</a:t>
            </a:fld>
            <a:endParaRPr b="0" i="0" sz="1100" u="none" cap="none" strike="noStrike">
              <a:latin typeface="Arial"/>
              <a:ea typeface="Arial"/>
              <a:cs typeface="Arial"/>
              <a:sym typeface="Arial"/>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